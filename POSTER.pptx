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6" r:id="rId1"/>
    <p:sldMasterId id="2147483968" r:id="rId2"/>
  </p:sldMasterIdLst>
  <p:notesMasterIdLst>
    <p:notesMasterId r:id="rId4"/>
  </p:notesMasterIdLst>
  <p:handoutMasterIdLst>
    <p:handoutMasterId r:id="rId5"/>
  </p:handoutMasterIdLst>
  <p:sldIdLst>
    <p:sldId id="256" r:id="rId3"/>
  </p:sldIdLst>
  <p:sldSz cx="15119350" cy="21240750"/>
  <p:notesSz cx="16827500" cy="22047200"/>
  <p:defaultTextStyle>
    <a:defPPr>
      <a:defRPr lang="fr-FR"/>
    </a:defPPr>
    <a:lvl1pPr algn="ctr" rtl="0" fontAlgn="base">
      <a:spcBef>
        <a:spcPct val="0"/>
      </a:spcBef>
      <a:spcAft>
        <a:spcPct val="0"/>
      </a:spcAft>
      <a:defRPr kern="1200">
        <a:solidFill>
          <a:schemeClr val="tx1"/>
        </a:solidFill>
        <a:latin typeface="Arial" charset="0"/>
        <a:ea typeface="ＭＳ Ｐゴシック" charset="0"/>
        <a:cs typeface="+mn-cs"/>
      </a:defRPr>
    </a:lvl1pPr>
    <a:lvl2pPr marL="991621" algn="ctr" rtl="0" fontAlgn="base">
      <a:spcBef>
        <a:spcPct val="0"/>
      </a:spcBef>
      <a:spcAft>
        <a:spcPct val="0"/>
      </a:spcAft>
      <a:defRPr kern="1200">
        <a:solidFill>
          <a:schemeClr val="tx1"/>
        </a:solidFill>
        <a:latin typeface="Arial" charset="0"/>
        <a:ea typeface="ＭＳ Ｐゴシック" charset="0"/>
        <a:cs typeface="+mn-cs"/>
      </a:defRPr>
    </a:lvl2pPr>
    <a:lvl3pPr marL="1983242" algn="ctr" rtl="0" fontAlgn="base">
      <a:spcBef>
        <a:spcPct val="0"/>
      </a:spcBef>
      <a:spcAft>
        <a:spcPct val="0"/>
      </a:spcAft>
      <a:defRPr kern="1200">
        <a:solidFill>
          <a:schemeClr val="tx1"/>
        </a:solidFill>
        <a:latin typeface="Arial" charset="0"/>
        <a:ea typeface="ＭＳ Ｐゴシック" charset="0"/>
        <a:cs typeface="+mn-cs"/>
      </a:defRPr>
    </a:lvl3pPr>
    <a:lvl4pPr marL="2974863" algn="ctr" rtl="0" fontAlgn="base">
      <a:spcBef>
        <a:spcPct val="0"/>
      </a:spcBef>
      <a:spcAft>
        <a:spcPct val="0"/>
      </a:spcAft>
      <a:defRPr kern="1200">
        <a:solidFill>
          <a:schemeClr val="tx1"/>
        </a:solidFill>
        <a:latin typeface="Arial" charset="0"/>
        <a:ea typeface="ＭＳ Ｐゴシック" charset="0"/>
        <a:cs typeface="+mn-cs"/>
      </a:defRPr>
    </a:lvl4pPr>
    <a:lvl5pPr marL="3966484" algn="ctr" rtl="0" fontAlgn="base">
      <a:spcBef>
        <a:spcPct val="0"/>
      </a:spcBef>
      <a:spcAft>
        <a:spcPct val="0"/>
      </a:spcAft>
      <a:defRPr kern="1200">
        <a:solidFill>
          <a:schemeClr val="tx1"/>
        </a:solidFill>
        <a:latin typeface="Arial" charset="0"/>
        <a:ea typeface="ＭＳ Ｐゴシック" charset="0"/>
        <a:cs typeface="+mn-cs"/>
      </a:defRPr>
    </a:lvl5pPr>
    <a:lvl6pPr marL="4958105" algn="l" defTabSz="991621" rtl="0" eaLnBrk="1" latinLnBrk="0" hangingPunct="1">
      <a:defRPr kern="1200">
        <a:solidFill>
          <a:schemeClr val="tx1"/>
        </a:solidFill>
        <a:latin typeface="Arial" charset="0"/>
        <a:ea typeface="ＭＳ Ｐゴシック" charset="0"/>
        <a:cs typeface="+mn-cs"/>
      </a:defRPr>
    </a:lvl6pPr>
    <a:lvl7pPr marL="5949726" algn="l" defTabSz="991621" rtl="0" eaLnBrk="1" latinLnBrk="0" hangingPunct="1">
      <a:defRPr kern="1200">
        <a:solidFill>
          <a:schemeClr val="tx1"/>
        </a:solidFill>
        <a:latin typeface="Arial" charset="0"/>
        <a:ea typeface="ＭＳ Ｐゴシック" charset="0"/>
        <a:cs typeface="+mn-cs"/>
      </a:defRPr>
    </a:lvl7pPr>
    <a:lvl8pPr marL="6941348" algn="l" defTabSz="991621" rtl="0" eaLnBrk="1" latinLnBrk="0" hangingPunct="1">
      <a:defRPr kern="1200">
        <a:solidFill>
          <a:schemeClr val="tx1"/>
        </a:solidFill>
        <a:latin typeface="Arial" charset="0"/>
        <a:ea typeface="ＭＳ Ｐゴシック" charset="0"/>
        <a:cs typeface="+mn-cs"/>
      </a:defRPr>
    </a:lvl8pPr>
    <a:lvl9pPr marL="7932969" algn="l" defTabSz="991621" rtl="0" eaLnBrk="1" latinLnBrk="0" hangingPunct="1">
      <a:defRPr kern="1200">
        <a:solidFill>
          <a:schemeClr val="tx1"/>
        </a:solidFill>
        <a:latin typeface="Arial" charset="0"/>
        <a:ea typeface="ＭＳ Ｐゴシック" charset="0"/>
        <a:cs typeface="+mn-cs"/>
      </a:defRPr>
    </a:lvl9pPr>
  </p:defaultTextStyle>
  <p:extLst>
    <p:ext uri="{521415D9-36F7-43E2-AB2F-B90AF26B5E84}">
      <p14:sectionLst xmlns:p14="http://schemas.microsoft.com/office/powerpoint/2010/main">
        <p14:section name="Section sans titre" id="{AA0FDEE4-67A1-4FCD-A888-58AB004316B6}">
          <p14:sldIdLst>
            <p14:sldId id="256"/>
          </p14:sldIdLst>
        </p14:section>
      </p14:sectionLst>
    </p:ext>
    <p:ext uri="{EFAFB233-063F-42B5-8137-9DF3F51BA10A}">
      <p15:sldGuideLst xmlns:p15="http://schemas.microsoft.com/office/powerpoint/2012/main">
        <p15:guide id="1" orient="horz" pos="6690" userDrawn="1">
          <p15:clr>
            <a:srgbClr val="A4A3A4"/>
          </p15:clr>
        </p15:guide>
        <p15:guide id="2" pos="476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B075C8-8771-E084-71B7-5BB9A3A8470B}" name="Julien Sagnes" initials="JS" userId="949be203fa37cc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ACE"/>
    <a:srgbClr val="E0E0B8"/>
    <a:srgbClr val="CCFF99"/>
    <a:srgbClr val="0000CC"/>
    <a:srgbClr val="FFCCFF"/>
    <a:srgbClr val="FFFFCC"/>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2B4C0F-FB6B-4FF3-8362-74B7577A66B1}" v="15" dt="2025-07-07T08:49:46.3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84" autoAdjust="0"/>
    <p:restoredTop sz="92895"/>
  </p:normalViewPr>
  <p:slideViewPr>
    <p:cSldViewPr snapToObjects="1">
      <p:cViewPr varScale="1">
        <p:scale>
          <a:sx n="23" d="100"/>
          <a:sy n="23" d="100"/>
        </p:scale>
        <p:origin x="2285" y="106"/>
      </p:cViewPr>
      <p:guideLst>
        <p:guide orient="horz" pos="6690"/>
        <p:guide pos="4762"/>
      </p:guideLst>
    </p:cSldViewPr>
  </p:slid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12" Type="http://schemas.microsoft.com/office/2018/10/relationships/authors" Targe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handoutMaster" Target="handoutMasters/handoutMaster1.xml"/><Relationship Id="rId10"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lien Sagnes" userId="949be203fa37cc39" providerId="LiveId" clId="{852B4C0F-FB6B-4FF3-8362-74B7577A66B1}"/>
    <pc:docChg chg="undo redo custSel modSld addSection">
      <pc:chgData name="Julien Sagnes" userId="949be203fa37cc39" providerId="LiveId" clId="{852B4C0F-FB6B-4FF3-8362-74B7577A66B1}" dt="2025-07-07T08:50:07.319" v="2423" actId="1076"/>
      <pc:docMkLst>
        <pc:docMk/>
      </pc:docMkLst>
      <pc:sldChg chg="addSp delSp modSp mod modCm">
        <pc:chgData name="Julien Sagnes" userId="949be203fa37cc39" providerId="LiveId" clId="{852B4C0F-FB6B-4FF3-8362-74B7577A66B1}" dt="2025-07-07T08:50:07.319" v="2423" actId="1076"/>
        <pc:sldMkLst>
          <pc:docMk/>
          <pc:sldMk cId="0" sldId="256"/>
        </pc:sldMkLst>
        <pc:spChg chg="add del mod">
          <ac:chgData name="Julien Sagnes" userId="949be203fa37cc39" providerId="LiveId" clId="{852B4C0F-FB6B-4FF3-8362-74B7577A66B1}" dt="2025-07-07T08:47:29.168" v="2361" actId="478"/>
          <ac:spMkLst>
            <pc:docMk/>
            <pc:sldMk cId="0" sldId="256"/>
            <ac:spMk id="2" creationId="{A5955473-92C3-7B31-CA64-037F284E9464}"/>
          </ac:spMkLst>
        </pc:spChg>
        <pc:spChg chg="add mod">
          <ac:chgData name="Julien Sagnes" userId="949be203fa37cc39" providerId="LiveId" clId="{852B4C0F-FB6B-4FF3-8362-74B7577A66B1}" dt="2025-07-04T08:56:36.737" v="619" actId="208"/>
          <ac:spMkLst>
            <pc:docMk/>
            <pc:sldMk cId="0" sldId="256"/>
            <ac:spMk id="4" creationId="{53817EF6-065D-6485-FE4D-22BBCACDE441}"/>
          </ac:spMkLst>
        </pc:spChg>
        <pc:spChg chg="add mod">
          <ac:chgData name="Julien Sagnes" userId="949be203fa37cc39" providerId="LiveId" clId="{852B4C0F-FB6B-4FF3-8362-74B7577A66B1}" dt="2025-07-07T08:05:47.533" v="1392" actId="113"/>
          <ac:spMkLst>
            <pc:docMk/>
            <pc:sldMk cId="0" sldId="256"/>
            <ac:spMk id="6" creationId="{D4FE468A-1CF3-9902-F81A-C263323A1F36}"/>
          </ac:spMkLst>
        </pc:spChg>
        <pc:spChg chg="mod">
          <ac:chgData name="Julien Sagnes" userId="949be203fa37cc39" providerId="LiveId" clId="{852B4C0F-FB6B-4FF3-8362-74B7577A66B1}" dt="2025-07-04T09:02:25.943" v="727" actId="14100"/>
          <ac:spMkLst>
            <pc:docMk/>
            <pc:sldMk cId="0" sldId="256"/>
            <ac:spMk id="7" creationId="{00000000-0000-0000-0000-000000000000}"/>
          </ac:spMkLst>
        </pc:spChg>
        <pc:spChg chg="add mod">
          <ac:chgData name="Julien Sagnes" userId="949be203fa37cc39" providerId="LiveId" clId="{852B4C0F-FB6B-4FF3-8362-74B7577A66B1}" dt="2025-07-07T08:47:59.959" v="2365" actId="14100"/>
          <ac:spMkLst>
            <pc:docMk/>
            <pc:sldMk cId="0" sldId="256"/>
            <ac:spMk id="8" creationId="{29BF466C-D428-28C4-BA18-2A0F96CF69B2}"/>
          </ac:spMkLst>
        </pc:spChg>
        <pc:spChg chg="add mod">
          <ac:chgData name="Julien Sagnes" userId="949be203fa37cc39" providerId="LiveId" clId="{852B4C0F-FB6B-4FF3-8362-74B7577A66B1}" dt="2025-07-07T08:49:09.949" v="2387" actId="1076"/>
          <ac:spMkLst>
            <pc:docMk/>
            <pc:sldMk cId="0" sldId="256"/>
            <ac:spMk id="9" creationId="{797309A0-B04B-86C3-0DDF-29848D4F1F1B}"/>
          </ac:spMkLst>
        </pc:spChg>
        <pc:spChg chg="add mod">
          <ac:chgData name="Julien Sagnes" userId="949be203fa37cc39" providerId="LiveId" clId="{852B4C0F-FB6B-4FF3-8362-74B7577A66B1}" dt="2025-07-07T08:50:07.319" v="2423" actId="1076"/>
          <ac:spMkLst>
            <pc:docMk/>
            <pc:sldMk cId="0" sldId="256"/>
            <ac:spMk id="10" creationId="{F7163E9F-F387-AA82-92F2-995D5B528CB7}"/>
          </ac:spMkLst>
        </pc:spChg>
        <pc:spChg chg="mod">
          <ac:chgData name="Julien Sagnes" userId="949be203fa37cc39" providerId="LiveId" clId="{852B4C0F-FB6B-4FF3-8362-74B7577A66B1}" dt="2025-07-07T08:49:39.262" v="2406" actId="20577"/>
          <ac:spMkLst>
            <pc:docMk/>
            <pc:sldMk cId="0" sldId="256"/>
            <ac:spMk id="11" creationId="{00000000-0000-0000-0000-000000000000}"/>
          </ac:spMkLst>
        </pc:spChg>
        <pc:spChg chg="add mod">
          <ac:chgData name="Julien Sagnes" userId="949be203fa37cc39" providerId="LiveId" clId="{852B4C0F-FB6B-4FF3-8362-74B7577A66B1}" dt="2025-07-07T08:47:51.729" v="2364" actId="14100"/>
          <ac:spMkLst>
            <pc:docMk/>
            <pc:sldMk cId="0" sldId="256"/>
            <ac:spMk id="31" creationId="{5881AC51-B613-17B7-0391-EB9B94797E56}"/>
          </ac:spMkLst>
        </pc:spChg>
        <pc:spChg chg="add mod">
          <ac:chgData name="Julien Sagnes" userId="949be203fa37cc39" providerId="LiveId" clId="{852B4C0F-FB6B-4FF3-8362-74B7577A66B1}" dt="2025-07-04T09:49:27.592" v="1306" actId="1076"/>
          <ac:spMkLst>
            <pc:docMk/>
            <pc:sldMk cId="0" sldId="256"/>
            <ac:spMk id="32" creationId="{8B2CC8FF-A54D-7FD5-D901-A75C79248DCA}"/>
          </ac:spMkLst>
        </pc:spChg>
        <pc:spChg chg="add mod">
          <ac:chgData name="Julien Sagnes" userId="949be203fa37cc39" providerId="LiveId" clId="{852B4C0F-FB6B-4FF3-8362-74B7577A66B1}" dt="2025-07-07T08:46:09.568" v="2353" actId="113"/>
          <ac:spMkLst>
            <pc:docMk/>
            <pc:sldMk cId="0" sldId="256"/>
            <ac:spMk id="33" creationId="{BA1C820A-E9D3-5B2C-E539-750AAEAFC3B6}"/>
          </ac:spMkLst>
        </pc:spChg>
        <pc:spChg chg="mod">
          <ac:chgData name="Julien Sagnes" userId="949be203fa37cc39" providerId="LiveId" clId="{852B4C0F-FB6B-4FF3-8362-74B7577A66B1}" dt="2025-07-04T09:14:51.361" v="755" actId="1076"/>
          <ac:spMkLst>
            <pc:docMk/>
            <pc:sldMk cId="0" sldId="256"/>
            <ac:spMk id="184" creationId="{00000000-0000-0000-0000-000000000000}"/>
          </ac:spMkLst>
        </pc:spChg>
        <pc:spChg chg="mod">
          <ac:chgData name="Julien Sagnes" userId="949be203fa37cc39" providerId="LiveId" clId="{852B4C0F-FB6B-4FF3-8362-74B7577A66B1}" dt="2025-07-07T08:50:00.315" v="2422" actId="1076"/>
          <ac:spMkLst>
            <pc:docMk/>
            <pc:sldMk cId="0" sldId="256"/>
            <ac:spMk id="2056" creationId="{00000000-0000-0000-0000-000000000000}"/>
          </ac:spMkLst>
        </pc:spChg>
        <pc:spChg chg="mod">
          <ac:chgData name="Julien Sagnes" userId="949be203fa37cc39" providerId="LiveId" clId="{852B4C0F-FB6B-4FF3-8362-74B7577A66B1}" dt="2025-07-04T08:26:53.406" v="108" actId="1076"/>
          <ac:spMkLst>
            <pc:docMk/>
            <pc:sldMk cId="0" sldId="256"/>
            <ac:spMk id="2065" creationId="{00000000-0000-0000-0000-000000000000}"/>
          </ac:spMkLst>
        </pc:spChg>
        <pc:picChg chg="mod">
          <ac:chgData name="Julien Sagnes" userId="949be203fa37cc39" providerId="LiveId" clId="{852B4C0F-FB6B-4FF3-8362-74B7577A66B1}" dt="2025-07-04T08:40:51.498" v="249" actId="1076"/>
          <ac:picMkLst>
            <pc:docMk/>
            <pc:sldMk cId="0" sldId="256"/>
            <ac:picMk id="5" creationId="{00000000-0000-0000-0000-000000000000}"/>
          </ac:picMkLst>
        </pc:picChg>
        <pc:extLst>
          <p:ext xmlns:p="http://schemas.openxmlformats.org/presentationml/2006/main" uri="{D6D511B9-2390-475A-947B-AFAB55BFBCF1}">
            <pc226:cmChg xmlns:pc226="http://schemas.microsoft.com/office/powerpoint/2022/06/main/command" chg="mod">
              <pc226:chgData name="Julien Sagnes" userId="949be203fa37cc39" providerId="LiveId" clId="{852B4C0F-FB6B-4FF3-8362-74B7577A66B1}" dt="2025-07-04T08:36:32.732" v="208" actId="20577"/>
              <pc2:cmMkLst xmlns:pc2="http://schemas.microsoft.com/office/powerpoint/2019/9/main/command">
                <pc:docMk/>
                <pc:sldMk cId="0" sldId="256"/>
                <pc2:cmMk id="{FFBC45BD-6E3C-47F2-9E64-C0E54D8FBD2A}"/>
              </pc2:cmMkLst>
            </pc226:cmChg>
          </p:ext>
        </pc:extLst>
      </pc:sldChg>
    </pc:docChg>
  </pc:docChgLst>
</pc:chgInfo>
</file>

<file path=ppt/comments/modernComment_100_0.xml><?xml version="1.0" encoding="utf-8"?>
<p188:cmLst xmlns:a="http://schemas.openxmlformats.org/drawingml/2006/main" xmlns:r="http://schemas.openxmlformats.org/officeDocument/2006/relationships" xmlns:p188="http://schemas.microsoft.com/office/powerpoint/2018/8/main">
  <p188:cm id="{FFBC45BD-6E3C-47F2-9E64-C0E54D8FBD2A}" authorId="{E1B075C8-8771-E084-71B7-5BB9A3A8470B}" created="2025-07-04T08:36:19.953">
    <ac:txMkLst xmlns:ac="http://schemas.microsoft.com/office/drawing/2013/main/command">
      <pc:docMk xmlns:pc="http://schemas.microsoft.com/office/powerpoint/2013/main/command"/>
      <pc:sldMk xmlns:pc="http://schemas.microsoft.com/office/powerpoint/2013/main/command" cId="0" sldId="256"/>
      <ac:spMk id="2" creationId="{00000000-0000-0000-0000-000000000000}"/>
      <ac:txMk cp="0">
        <ac:context len="1" hash="13"/>
      </ac:txMk>
    </ac:txMkLst>
    <p188:txBody>
      <a:bodyPr/>
      <a:lstStyle/>
      <a:p>
        <a:r>
          <a:rPr lang="fr-FR"/>
          <a:t>Consignes et conseils :
Le poster s’adresse à des étudiants en début de M1. Il sera affiché lors de la journée des posters et vous l’utiliserez pour expliquer votre travail à ces étudiants afin qu’ils comprennent mieux ce vers quoi mène le master. Il faut donc vous adapter à ce public non.
Le poster est un résumé illustré de votre stage ou votre projet. Il doit contenir les informations suivantes :
Objectif du stage / projet
Méthodes de résolution
Principaux résultats
Interprétation / conclusion
L’espace doit être structuré pour bien faire ressortir ces rubriques. 
Le poster doit être lu en moins de 5 mn. Il faut donc limiter le texte, privilégier les schémas et les mots-clés. 
Il est conseillé de faire le poster à partir des slides de la soutenance.
Ce template est au format A2 et il n’est pas nécessaire de le modifier. Pour la journée des posters, il sera imprimé par le master. 
Pour savoir comment présenter votre stage ou votre projet, mettez-vous à la place de votre auditoire et rappelez-vous de vos connaissances et questionnements en début de M1.
A titre d’exemple, je vous mets à disposition quelques posters réussis réalisés l’an dernier. 
Vous trouverez sur internet des conseils et des exemples de qualité variable pour vous inspirer. En regardant ces exemples, vous remarquerez bien vite que certains sont plus attractifs que d’autres !</a:t>
        </a:r>
      </a:p>
    </p188:txBody>
    <p188:extLst>
      <p:ext xmlns:p="http://schemas.openxmlformats.org/presentationml/2006/main" uri="{57CB4572-C831-44C2-8A1C-0ADB6CCDFE69}">
        <p223:reactions xmlns:p223="http://schemas.microsoft.com/office/powerpoint/2022/03/main">
          <p223:rxn type="👍">
            <p223:instance time="2025-07-04T08:38:02.939" authorId="{E1B075C8-8771-E084-71B7-5BB9A3A8470B}"/>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7291916" cy="1102361"/>
          </a:xfrm>
          <a:prstGeom prst="rect">
            <a:avLst/>
          </a:prstGeom>
        </p:spPr>
        <p:txBody>
          <a:bodyPr vert="horz" lIns="213211" tIns="106605" rIns="213211" bIns="106605" rtlCol="0"/>
          <a:lstStyle>
            <a:lvl1pPr algn="l">
              <a:defRPr sz="2800"/>
            </a:lvl1pPr>
          </a:lstStyle>
          <a:p>
            <a:endParaRPr lang="fr-FR"/>
          </a:p>
        </p:txBody>
      </p:sp>
      <p:sp>
        <p:nvSpPr>
          <p:cNvPr id="3" name="Espace réservé de la date 2"/>
          <p:cNvSpPr>
            <a:spLocks noGrp="1"/>
          </p:cNvSpPr>
          <p:nvPr>
            <p:ph type="dt" sz="quarter" idx="1"/>
          </p:nvPr>
        </p:nvSpPr>
        <p:spPr>
          <a:xfrm>
            <a:off x="9531691" y="1"/>
            <a:ext cx="7291916" cy="1102361"/>
          </a:xfrm>
          <a:prstGeom prst="rect">
            <a:avLst/>
          </a:prstGeom>
        </p:spPr>
        <p:txBody>
          <a:bodyPr vert="horz" lIns="213211" tIns="106605" rIns="213211" bIns="106605" rtlCol="0"/>
          <a:lstStyle>
            <a:lvl1pPr algn="r">
              <a:defRPr sz="2800"/>
            </a:lvl1pPr>
          </a:lstStyle>
          <a:p>
            <a:fld id="{71C9D4D8-A94D-A74B-8140-ADBA5EC79834}" type="datetimeFigureOut">
              <a:rPr lang="fr-FR" smtClean="0"/>
              <a:pPr/>
              <a:t>07/07/2025</a:t>
            </a:fld>
            <a:endParaRPr lang="fr-FR"/>
          </a:p>
        </p:txBody>
      </p:sp>
      <p:sp>
        <p:nvSpPr>
          <p:cNvPr id="4" name="Espace réservé du pied de page 3"/>
          <p:cNvSpPr>
            <a:spLocks noGrp="1"/>
          </p:cNvSpPr>
          <p:nvPr>
            <p:ph type="ftr" sz="quarter" idx="2"/>
          </p:nvPr>
        </p:nvSpPr>
        <p:spPr>
          <a:xfrm>
            <a:off x="1" y="20941015"/>
            <a:ext cx="7291916" cy="1102361"/>
          </a:xfrm>
          <a:prstGeom prst="rect">
            <a:avLst/>
          </a:prstGeom>
        </p:spPr>
        <p:txBody>
          <a:bodyPr vert="horz" lIns="213211" tIns="106605" rIns="213211" bIns="106605" rtlCol="0" anchor="b"/>
          <a:lstStyle>
            <a:lvl1pPr algn="l">
              <a:defRPr sz="2800"/>
            </a:lvl1pPr>
          </a:lstStyle>
          <a:p>
            <a:endParaRPr lang="fr-FR"/>
          </a:p>
        </p:txBody>
      </p:sp>
      <p:sp>
        <p:nvSpPr>
          <p:cNvPr id="5" name="Espace réservé du numéro de diapositive 4"/>
          <p:cNvSpPr>
            <a:spLocks noGrp="1"/>
          </p:cNvSpPr>
          <p:nvPr>
            <p:ph type="sldNum" sz="quarter" idx="3"/>
          </p:nvPr>
        </p:nvSpPr>
        <p:spPr>
          <a:xfrm>
            <a:off x="9531691" y="20941015"/>
            <a:ext cx="7291916" cy="1102361"/>
          </a:xfrm>
          <a:prstGeom prst="rect">
            <a:avLst/>
          </a:prstGeom>
        </p:spPr>
        <p:txBody>
          <a:bodyPr vert="horz" lIns="213211" tIns="106605" rIns="213211" bIns="106605" rtlCol="0" anchor="b"/>
          <a:lstStyle>
            <a:lvl1pPr algn="r">
              <a:defRPr sz="2800"/>
            </a:lvl1pPr>
          </a:lstStyle>
          <a:p>
            <a:fld id="{B01ECED3-5A65-C44F-838E-922A57A0971C}" type="slidenum">
              <a:rPr lang="fr-FR" smtClean="0"/>
              <a:pPr/>
              <a:t>‹N°›</a:t>
            </a:fld>
            <a:endParaRPr lang="fr-FR"/>
          </a:p>
        </p:txBody>
      </p:sp>
    </p:spTree>
    <p:extLst>
      <p:ext uri="{BB962C8B-B14F-4D97-AF65-F5344CB8AC3E}">
        <p14:creationId xmlns:p14="http://schemas.microsoft.com/office/powerpoint/2010/main" val="5103767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7291388" cy="11049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9531350" y="0"/>
            <a:ext cx="7292975" cy="1104900"/>
          </a:xfrm>
          <a:prstGeom prst="rect">
            <a:avLst/>
          </a:prstGeom>
        </p:spPr>
        <p:txBody>
          <a:bodyPr vert="horz" lIns="91440" tIns="45720" rIns="91440" bIns="45720" rtlCol="0"/>
          <a:lstStyle>
            <a:lvl1pPr algn="r">
              <a:defRPr sz="1200"/>
            </a:lvl1pPr>
          </a:lstStyle>
          <a:p>
            <a:fld id="{E6A19032-C370-4D9A-84EB-5393115FA192}" type="datetimeFigureOut">
              <a:rPr lang="fr-FR" smtClean="0"/>
              <a:t>07/07/2025</a:t>
            </a:fld>
            <a:endParaRPr lang="fr-FR"/>
          </a:p>
        </p:txBody>
      </p:sp>
      <p:sp>
        <p:nvSpPr>
          <p:cNvPr id="4" name="Espace réservé de l'image des diapositives 3"/>
          <p:cNvSpPr>
            <a:spLocks noGrp="1" noRot="1" noChangeAspect="1"/>
          </p:cNvSpPr>
          <p:nvPr>
            <p:ph type="sldImg" idx="2"/>
          </p:nvPr>
        </p:nvSpPr>
        <p:spPr>
          <a:xfrm>
            <a:off x="5765800" y="2755900"/>
            <a:ext cx="5295900" cy="7440613"/>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682750" y="10610850"/>
            <a:ext cx="13462000" cy="868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20942300"/>
            <a:ext cx="7291388" cy="11049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9531350" y="20942300"/>
            <a:ext cx="7292975" cy="1104900"/>
          </a:xfrm>
          <a:prstGeom prst="rect">
            <a:avLst/>
          </a:prstGeom>
        </p:spPr>
        <p:txBody>
          <a:bodyPr vert="horz" lIns="91440" tIns="45720" rIns="91440" bIns="45720" rtlCol="0" anchor="b"/>
          <a:lstStyle>
            <a:lvl1pPr algn="r">
              <a:defRPr sz="1200"/>
            </a:lvl1pPr>
          </a:lstStyle>
          <a:p>
            <a:fld id="{BBC59B19-9E93-47F4-A264-918735761321}" type="slidenum">
              <a:rPr lang="fr-FR" smtClean="0"/>
              <a:t>‹N°›</a:t>
            </a:fld>
            <a:endParaRPr lang="fr-FR"/>
          </a:p>
        </p:txBody>
      </p:sp>
    </p:spTree>
    <p:extLst>
      <p:ext uri="{BB962C8B-B14F-4D97-AF65-F5344CB8AC3E}">
        <p14:creationId xmlns:p14="http://schemas.microsoft.com/office/powerpoint/2010/main" val="1600510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BC59B19-9E93-47F4-A264-918735761321}" type="slidenum">
              <a:rPr lang="fr-FR" smtClean="0"/>
              <a:t>1</a:t>
            </a:fld>
            <a:endParaRPr lang="fr-FR"/>
          </a:p>
        </p:txBody>
      </p:sp>
    </p:spTree>
    <p:extLst>
      <p:ext uri="{BB962C8B-B14F-4D97-AF65-F5344CB8AC3E}">
        <p14:creationId xmlns:p14="http://schemas.microsoft.com/office/powerpoint/2010/main" val="2008997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888071"/>
            <a:ext cx="12851448" cy="13216466"/>
          </a:xfrm>
        </p:spPr>
        <p:txBody>
          <a:bodyPr anchor="b">
            <a:noAutofit/>
          </a:bodyPr>
          <a:lstStyle>
            <a:lvl1pPr>
              <a:lnSpc>
                <a:spcPct val="100000"/>
              </a:lnSpc>
              <a:defRPr sz="17154"/>
            </a:lvl1pPr>
          </a:lstStyle>
          <a:p>
            <a:r>
              <a:rPr lang="fr-FR"/>
              <a:t>Cliquez et modifiez le titre</a:t>
            </a:r>
            <a:endParaRPr lang="en-US" dirty="0"/>
          </a:p>
        </p:txBody>
      </p:sp>
      <p:sp>
        <p:nvSpPr>
          <p:cNvPr id="3" name="Subtitle 2"/>
          <p:cNvSpPr>
            <a:spLocks noGrp="1"/>
          </p:cNvSpPr>
          <p:nvPr>
            <p:ph type="subTitle" idx="1"/>
          </p:nvPr>
        </p:nvSpPr>
        <p:spPr>
          <a:xfrm>
            <a:off x="2267903" y="15340542"/>
            <a:ext cx="10583545" cy="3776134"/>
          </a:xfrm>
        </p:spPr>
        <p:txBody>
          <a:bodyPr>
            <a:normAutofit/>
          </a:bodyPr>
          <a:lstStyle>
            <a:lvl1pPr marL="0" indent="0" algn="ctr">
              <a:buNone/>
              <a:defRPr sz="5146">
                <a:solidFill>
                  <a:schemeClr val="tx1">
                    <a:tint val="75000"/>
                  </a:schemeClr>
                </a:solidFill>
              </a:defRPr>
            </a:lvl1pPr>
            <a:lvl2pPr marL="980328" indent="0" algn="ctr">
              <a:buNone/>
              <a:defRPr>
                <a:solidFill>
                  <a:schemeClr val="tx1">
                    <a:tint val="75000"/>
                  </a:schemeClr>
                </a:solidFill>
              </a:defRPr>
            </a:lvl2pPr>
            <a:lvl3pPr marL="1960656" indent="0" algn="ctr">
              <a:buNone/>
              <a:defRPr>
                <a:solidFill>
                  <a:schemeClr val="tx1">
                    <a:tint val="75000"/>
                  </a:schemeClr>
                </a:solidFill>
              </a:defRPr>
            </a:lvl3pPr>
            <a:lvl4pPr marL="2940985" indent="0" algn="ctr">
              <a:buNone/>
              <a:defRPr>
                <a:solidFill>
                  <a:schemeClr val="tx1">
                    <a:tint val="75000"/>
                  </a:schemeClr>
                </a:solidFill>
              </a:defRPr>
            </a:lvl4pPr>
            <a:lvl5pPr marL="3921313" indent="0" algn="ctr">
              <a:buNone/>
              <a:defRPr>
                <a:solidFill>
                  <a:schemeClr val="tx1">
                    <a:tint val="75000"/>
                  </a:schemeClr>
                </a:solidFill>
              </a:defRPr>
            </a:lvl5pPr>
            <a:lvl6pPr marL="4901641" indent="0" algn="ctr">
              <a:buNone/>
              <a:defRPr>
                <a:solidFill>
                  <a:schemeClr val="tx1">
                    <a:tint val="75000"/>
                  </a:schemeClr>
                </a:solidFill>
              </a:defRPr>
            </a:lvl6pPr>
            <a:lvl7pPr marL="5881969" indent="0" algn="ctr">
              <a:buNone/>
              <a:defRPr>
                <a:solidFill>
                  <a:schemeClr val="tx1">
                    <a:tint val="75000"/>
                  </a:schemeClr>
                </a:solidFill>
              </a:defRPr>
            </a:lvl7pPr>
            <a:lvl8pPr marL="6862298" indent="0" algn="ctr">
              <a:buNone/>
              <a:defRPr>
                <a:solidFill>
                  <a:schemeClr val="tx1">
                    <a:tint val="75000"/>
                  </a:schemeClr>
                </a:solidFill>
              </a:defRPr>
            </a:lvl8pPr>
            <a:lvl9pPr marL="7842626" indent="0" algn="ctr">
              <a:buNone/>
              <a:defRPr>
                <a:solidFill>
                  <a:schemeClr val="tx1">
                    <a:tint val="75000"/>
                  </a:schemeClr>
                </a:solidFill>
              </a:defRPr>
            </a:lvl9pPr>
          </a:lstStyle>
          <a:p>
            <a:r>
              <a:rPr lang="fr-FR"/>
              <a:t>Cliquez pour modifier le style des sous-titres du masque</a:t>
            </a:r>
            <a:endParaRPr lang="en-US" dirty="0"/>
          </a:p>
        </p:txBody>
      </p:sp>
      <p:sp>
        <p:nvSpPr>
          <p:cNvPr id="7" name="Date Placeholder 6"/>
          <p:cNvSpPr>
            <a:spLocks noGrp="1"/>
          </p:cNvSpPr>
          <p:nvPr>
            <p:ph type="dt" sz="half" idx="10"/>
          </p:nvPr>
        </p:nvSpPr>
        <p:spPr/>
        <p:txBody>
          <a:bodyPr/>
          <a:lstStyle/>
          <a:p>
            <a:fld id="{216C5678-EE20-4FA5-88E2-6E0BD67A2E26}" type="datetime1">
              <a:rPr lang="en-US" smtClean="0"/>
              <a:pPr/>
              <a:t>7/7/2025</a:t>
            </a:fld>
            <a:endParaRPr lang="en-US" dirty="0"/>
          </a:p>
        </p:txBody>
      </p:sp>
      <p:sp>
        <p:nvSpPr>
          <p:cNvPr id="8" name="Slide Number Placeholder 7"/>
          <p:cNvSpPr>
            <a:spLocks noGrp="1"/>
          </p:cNvSpPr>
          <p:nvPr>
            <p:ph type="sldNum" sz="quarter" idx="11"/>
          </p:nvPr>
        </p:nvSpPr>
        <p:spPr/>
        <p:txBody>
          <a:bodyPr/>
          <a:lstStyle/>
          <a:p>
            <a:fld id="{BA9B540C-44DA-4F69-89C9-7C84606640D3}" type="slidenum">
              <a:rPr lang="en-US" smtClean="0"/>
              <a:pPr/>
              <a:t>‹N°›</a:t>
            </a:fld>
            <a:endParaRPr lang="en-US" dirty="0"/>
          </a:p>
        </p:txBody>
      </p:sp>
      <p:sp>
        <p:nvSpPr>
          <p:cNvPr id="9" name="Footer Placeholder 8"/>
          <p:cNvSpPr>
            <a:spLocks noGrp="1"/>
          </p:cNvSpPr>
          <p:nvPr>
            <p:ph type="ftr" sz="quarter" idx="12"/>
          </p:nvPr>
        </p:nvSpPr>
        <p:spPr/>
        <p:txBody>
          <a:bodyPr/>
          <a:lstStyle/>
          <a:p>
            <a:r>
              <a:rPr lang="en-US"/>
              <a:t>Footer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a:defRPr/>
            </a:pPr>
            <a:endParaRPr lang="fr-FR"/>
          </a:p>
        </p:txBody>
      </p:sp>
      <p:sp>
        <p:nvSpPr>
          <p:cNvPr id="5" name="Footer Placeholder 4"/>
          <p:cNvSpPr>
            <a:spLocks noGrp="1"/>
          </p:cNvSpPr>
          <p:nvPr>
            <p:ph type="ftr" sz="quarter" idx="11"/>
          </p:nvPr>
        </p:nvSpPr>
        <p:spPr/>
        <p:txBody>
          <a:bodyPr/>
          <a:lstStyle/>
          <a:p>
            <a:pPr>
              <a:defRPr/>
            </a:pPr>
            <a:endParaRPr lang="fr-FR"/>
          </a:p>
        </p:txBody>
      </p:sp>
      <p:sp>
        <p:nvSpPr>
          <p:cNvPr id="6" name="Slide Number Placeholder 5"/>
          <p:cNvSpPr>
            <a:spLocks noGrp="1"/>
          </p:cNvSpPr>
          <p:nvPr>
            <p:ph type="sldNum" sz="quarter" idx="12"/>
          </p:nvPr>
        </p:nvSpPr>
        <p:spPr/>
        <p:txBody>
          <a:bodyPr/>
          <a:lstStyle/>
          <a:p>
            <a:fld id="{788229BE-C614-3948-8B6D-41D1EB2AEFE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94325" y="4248152"/>
            <a:ext cx="12851448" cy="7758775"/>
          </a:xfrm>
        </p:spPr>
        <p:txBody>
          <a:bodyPr anchor="b"/>
          <a:lstStyle>
            <a:lvl1pPr algn="ctr" defTabSz="1960656" rtl="0" eaLnBrk="1" latinLnBrk="0" hangingPunct="1">
              <a:lnSpc>
                <a:spcPct val="100000"/>
              </a:lnSpc>
              <a:spcBef>
                <a:spcPct val="0"/>
              </a:spcBef>
              <a:buNone/>
              <a:defRPr lang="en-US" sz="10292"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fr-FR"/>
              <a:t>Cliquez et modifiez le titre</a:t>
            </a:r>
            <a:endParaRPr lang="en-US" dirty="0"/>
          </a:p>
        </p:txBody>
      </p:sp>
      <p:sp>
        <p:nvSpPr>
          <p:cNvPr id="3" name="Text Placeholder 2"/>
          <p:cNvSpPr>
            <a:spLocks noGrp="1"/>
          </p:cNvSpPr>
          <p:nvPr>
            <p:ph type="body" idx="1"/>
          </p:nvPr>
        </p:nvSpPr>
        <p:spPr>
          <a:xfrm>
            <a:off x="1194325" y="12601865"/>
            <a:ext cx="12851448" cy="3505706"/>
          </a:xfrm>
        </p:spPr>
        <p:txBody>
          <a:bodyPr anchor="t"/>
          <a:lstStyle>
            <a:lvl1pPr marL="0" indent="0" algn="ctr">
              <a:buNone/>
              <a:defRPr sz="4288">
                <a:solidFill>
                  <a:schemeClr val="tx1">
                    <a:tint val="75000"/>
                  </a:schemeClr>
                </a:solidFill>
              </a:defRPr>
            </a:lvl1pPr>
            <a:lvl2pPr marL="980328" indent="0">
              <a:buNone/>
              <a:defRPr sz="3860">
                <a:solidFill>
                  <a:schemeClr val="tx1">
                    <a:tint val="75000"/>
                  </a:schemeClr>
                </a:solidFill>
              </a:defRPr>
            </a:lvl2pPr>
            <a:lvl3pPr marL="1960656" indent="0">
              <a:buNone/>
              <a:defRPr sz="3431">
                <a:solidFill>
                  <a:schemeClr val="tx1">
                    <a:tint val="75000"/>
                  </a:schemeClr>
                </a:solidFill>
              </a:defRPr>
            </a:lvl3pPr>
            <a:lvl4pPr marL="2940985" indent="0">
              <a:buNone/>
              <a:defRPr sz="3002">
                <a:solidFill>
                  <a:schemeClr val="tx1">
                    <a:tint val="75000"/>
                  </a:schemeClr>
                </a:solidFill>
              </a:defRPr>
            </a:lvl4pPr>
            <a:lvl5pPr marL="3921313" indent="0">
              <a:buNone/>
              <a:defRPr sz="3002">
                <a:solidFill>
                  <a:schemeClr val="tx1">
                    <a:tint val="75000"/>
                  </a:schemeClr>
                </a:solidFill>
              </a:defRPr>
            </a:lvl5pPr>
            <a:lvl6pPr marL="4901641" indent="0">
              <a:buNone/>
              <a:defRPr sz="3002">
                <a:solidFill>
                  <a:schemeClr val="tx1">
                    <a:tint val="75000"/>
                  </a:schemeClr>
                </a:solidFill>
              </a:defRPr>
            </a:lvl6pPr>
            <a:lvl7pPr marL="5881969" indent="0">
              <a:buNone/>
              <a:defRPr sz="3002">
                <a:solidFill>
                  <a:schemeClr val="tx1">
                    <a:tint val="75000"/>
                  </a:schemeClr>
                </a:solidFill>
              </a:defRPr>
            </a:lvl7pPr>
            <a:lvl8pPr marL="6862298" indent="0">
              <a:buNone/>
              <a:defRPr sz="3002">
                <a:solidFill>
                  <a:schemeClr val="tx1">
                    <a:tint val="75000"/>
                  </a:schemeClr>
                </a:solidFill>
              </a:defRPr>
            </a:lvl8pPr>
            <a:lvl9pPr marL="7842626" indent="0">
              <a:buNone/>
              <a:defRPr sz="3002">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9CAEA93-55E7-4DA9-90C2-089A26EEFEC4}" type="datetime1">
              <a:rPr lang="en-US" smtClean="0"/>
              <a:pPr/>
              <a:t>7/7/2025</a:t>
            </a:fld>
            <a:endParaRPr lang="en-US"/>
          </a:p>
        </p:txBody>
      </p:sp>
      <p:sp>
        <p:nvSpPr>
          <p:cNvPr id="5" name="Footer Placeholder 4"/>
          <p:cNvSpPr>
            <a:spLocks noGrp="1"/>
          </p:cNvSpPr>
          <p:nvPr>
            <p:ph type="ftr" sz="quarter" idx="11"/>
          </p:nvPr>
        </p:nvSpPr>
        <p:spPr/>
        <p:txBody>
          <a:bodyPr/>
          <a:lstStyle/>
          <a:p>
            <a:r>
              <a:rPr lang="en-US"/>
              <a:t>Footer Text</a:t>
            </a:r>
          </a:p>
        </p:txBody>
      </p:sp>
      <p:sp>
        <p:nvSpPr>
          <p:cNvPr id="6" name="Slide Number Placeholder 5"/>
          <p:cNvSpPr>
            <a:spLocks noGrp="1"/>
          </p:cNvSpPr>
          <p:nvPr>
            <p:ph type="sldNum" sz="quarter" idx="12"/>
          </p:nvPr>
        </p:nvSpPr>
        <p:spPr/>
        <p:txBody>
          <a:bodyPr/>
          <a:lstStyle/>
          <a:p>
            <a:fld id="{BA9B540C-44DA-4F69-89C9-7C84606640D3}" type="slidenum">
              <a:rPr lang="en-US" smtClean="0"/>
              <a:pPr/>
              <a:t>‹N°›</a:t>
            </a:fld>
            <a:endParaRPr lang="en-US"/>
          </a:p>
        </p:txBody>
      </p:sp>
      <p:sp>
        <p:nvSpPr>
          <p:cNvPr id="7" name="Oval 6"/>
          <p:cNvSpPr/>
          <p:nvPr/>
        </p:nvSpPr>
        <p:spPr>
          <a:xfrm>
            <a:off x="7433682" y="12154430"/>
            <a:ext cx="140168" cy="262557"/>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7764418" y="12154430"/>
            <a:ext cx="140168" cy="262557"/>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104522" y="12154430"/>
            <a:ext cx="140168" cy="262557"/>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a:p>
        </p:txBody>
      </p:sp>
      <p:sp>
        <p:nvSpPr>
          <p:cNvPr id="4" name="Content Placeholder 3"/>
          <p:cNvSpPr>
            <a:spLocks noGrp="1"/>
          </p:cNvSpPr>
          <p:nvPr>
            <p:ph sz="half" idx="2"/>
          </p:nvPr>
        </p:nvSpPr>
        <p:spPr>
          <a:xfrm>
            <a:off x="7685670" y="4956177"/>
            <a:ext cx="6677713" cy="14017913"/>
          </a:xfrm>
        </p:spPr>
        <p:txBody>
          <a:bodyPr/>
          <a:lstStyle>
            <a:lvl1pPr>
              <a:defRPr sz="5146"/>
            </a:lvl1pPr>
            <a:lvl2pPr>
              <a:defRPr sz="3431"/>
            </a:lvl2pPr>
            <a:lvl3pPr>
              <a:defRPr sz="3431"/>
            </a:lvl3pPr>
            <a:lvl4pPr>
              <a:defRPr sz="3431"/>
            </a:lvl4pPr>
            <a:lvl5pPr>
              <a:defRPr sz="3431"/>
            </a:lvl5pPr>
            <a:lvl6pPr>
              <a:defRPr sz="3431"/>
            </a:lvl6pPr>
            <a:lvl7pPr>
              <a:defRPr sz="3431"/>
            </a:lvl7pPr>
            <a:lvl8pPr>
              <a:defRPr sz="3431"/>
            </a:lvl8pPr>
            <a:lvl9pPr>
              <a:defRPr sz="3431"/>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pPr>
              <a:defRPr/>
            </a:pPr>
            <a:endParaRPr lang="fr-FR"/>
          </a:p>
        </p:txBody>
      </p:sp>
      <p:sp>
        <p:nvSpPr>
          <p:cNvPr id="6" name="Footer Placeholder 5"/>
          <p:cNvSpPr>
            <a:spLocks noGrp="1"/>
          </p:cNvSpPr>
          <p:nvPr>
            <p:ph type="ftr" sz="quarter" idx="11"/>
          </p:nvPr>
        </p:nvSpPr>
        <p:spPr/>
        <p:txBody>
          <a:bodyPr/>
          <a:lstStyle/>
          <a:p>
            <a:pPr>
              <a:defRPr/>
            </a:pPr>
            <a:endParaRPr lang="fr-FR"/>
          </a:p>
        </p:txBody>
      </p:sp>
      <p:sp>
        <p:nvSpPr>
          <p:cNvPr id="7" name="Slide Number Placeholder 6"/>
          <p:cNvSpPr>
            <a:spLocks noGrp="1"/>
          </p:cNvSpPr>
          <p:nvPr>
            <p:ph type="sldNum" sz="quarter" idx="12"/>
          </p:nvPr>
        </p:nvSpPr>
        <p:spPr/>
        <p:txBody>
          <a:bodyPr/>
          <a:lstStyle/>
          <a:p>
            <a:fld id="{1D924BC5-9CF3-764F-ADBD-90149E4335D0}" type="slidenum">
              <a:rPr lang="fr-FR" smtClean="0"/>
              <a:pPr/>
              <a:t>‹N°›</a:t>
            </a:fld>
            <a:endParaRPr lang="fr-FR"/>
          </a:p>
        </p:txBody>
      </p:sp>
      <p:sp>
        <p:nvSpPr>
          <p:cNvPr id="9" name="Content Placeholder 8"/>
          <p:cNvSpPr>
            <a:spLocks noGrp="1"/>
          </p:cNvSpPr>
          <p:nvPr>
            <p:ph sz="quarter" idx="13"/>
          </p:nvPr>
        </p:nvSpPr>
        <p:spPr>
          <a:xfrm>
            <a:off x="604774" y="4956175"/>
            <a:ext cx="6682753" cy="1401889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Cliquez et modifiez le titre</a:t>
            </a:r>
            <a:endParaRPr lang="en-US"/>
          </a:p>
        </p:txBody>
      </p:sp>
      <p:sp>
        <p:nvSpPr>
          <p:cNvPr id="3" name="Text Placeholder 2"/>
          <p:cNvSpPr>
            <a:spLocks noGrp="1"/>
          </p:cNvSpPr>
          <p:nvPr>
            <p:ph type="body" idx="1"/>
          </p:nvPr>
        </p:nvSpPr>
        <p:spPr>
          <a:xfrm>
            <a:off x="755968" y="4956176"/>
            <a:ext cx="6680339" cy="1888066"/>
          </a:xfrm>
        </p:spPr>
        <p:txBody>
          <a:bodyPr anchor="b">
            <a:noAutofit/>
          </a:bodyPr>
          <a:lstStyle>
            <a:lvl1pPr marL="0" indent="0" algn="ctr">
              <a:buNone/>
              <a:defRPr sz="5146" b="0"/>
            </a:lvl1pPr>
            <a:lvl2pPr marL="980328" indent="0">
              <a:buNone/>
              <a:defRPr sz="4288" b="1"/>
            </a:lvl2pPr>
            <a:lvl3pPr marL="1960656" indent="0">
              <a:buNone/>
              <a:defRPr sz="3860" b="1"/>
            </a:lvl3pPr>
            <a:lvl4pPr marL="2940985" indent="0">
              <a:buNone/>
              <a:defRPr sz="3431" b="1"/>
            </a:lvl4pPr>
            <a:lvl5pPr marL="3921313" indent="0">
              <a:buNone/>
              <a:defRPr sz="3431" b="1"/>
            </a:lvl5pPr>
            <a:lvl6pPr marL="4901641" indent="0">
              <a:buNone/>
              <a:defRPr sz="3431" b="1"/>
            </a:lvl6pPr>
            <a:lvl7pPr marL="5881969" indent="0">
              <a:buNone/>
              <a:defRPr sz="3431" b="1"/>
            </a:lvl7pPr>
            <a:lvl8pPr marL="6862298" indent="0">
              <a:buNone/>
              <a:defRPr sz="3431" b="1"/>
            </a:lvl8pPr>
            <a:lvl9pPr marL="7842626" indent="0">
              <a:buNone/>
              <a:defRPr sz="3431" b="1"/>
            </a:lvl9pPr>
          </a:lstStyle>
          <a:p>
            <a:pPr lvl="0"/>
            <a:r>
              <a:rPr lang="fr-FR"/>
              <a:t>Cliquez pour modifier les styles du texte du masque</a:t>
            </a:r>
          </a:p>
        </p:txBody>
      </p:sp>
      <p:sp>
        <p:nvSpPr>
          <p:cNvPr id="5" name="Text Placeholder 4"/>
          <p:cNvSpPr>
            <a:spLocks noGrp="1"/>
          </p:cNvSpPr>
          <p:nvPr>
            <p:ph type="body" sz="quarter" idx="3"/>
          </p:nvPr>
        </p:nvSpPr>
        <p:spPr>
          <a:xfrm>
            <a:off x="7685673" y="4956176"/>
            <a:ext cx="6682962" cy="1888066"/>
          </a:xfrm>
        </p:spPr>
        <p:txBody>
          <a:bodyPr anchor="b">
            <a:noAutofit/>
          </a:bodyPr>
          <a:lstStyle>
            <a:lvl1pPr marL="0" indent="0" algn="ctr">
              <a:buNone/>
              <a:defRPr sz="5146" b="0"/>
            </a:lvl1pPr>
            <a:lvl2pPr marL="980328" indent="0">
              <a:buNone/>
              <a:defRPr sz="4288" b="1"/>
            </a:lvl2pPr>
            <a:lvl3pPr marL="1960656" indent="0">
              <a:buNone/>
              <a:defRPr sz="3860" b="1"/>
            </a:lvl3pPr>
            <a:lvl4pPr marL="2940985" indent="0">
              <a:buNone/>
              <a:defRPr sz="3431" b="1"/>
            </a:lvl4pPr>
            <a:lvl5pPr marL="3921313" indent="0">
              <a:buNone/>
              <a:defRPr sz="3431" b="1"/>
            </a:lvl5pPr>
            <a:lvl6pPr marL="4901641" indent="0">
              <a:buNone/>
              <a:defRPr sz="3431" b="1"/>
            </a:lvl6pPr>
            <a:lvl7pPr marL="5881969" indent="0">
              <a:buNone/>
              <a:defRPr sz="3431" b="1"/>
            </a:lvl7pPr>
            <a:lvl8pPr marL="6862298" indent="0">
              <a:buNone/>
              <a:defRPr sz="3431" b="1"/>
            </a:lvl8pPr>
            <a:lvl9pPr marL="7842626" indent="0">
              <a:buNone/>
              <a:defRPr sz="3431" b="1"/>
            </a:lvl9pPr>
          </a:lstStyle>
          <a:p>
            <a:pPr lvl="0"/>
            <a:r>
              <a:rPr lang="fr-FR"/>
              <a:t>Cliquez pour modifier les styles du texte du masque</a:t>
            </a:r>
          </a:p>
        </p:txBody>
      </p:sp>
      <p:sp>
        <p:nvSpPr>
          <p:cNvPr id="7" name="Date Placeholder 6"/>
          <p:cNvSpPr>
            <a:spLocks noGrp="1"/>
          </p:cNvSpPr>
          <p:nvPr>
            <p:ph type="dt" sz="half" idx="10"/>
          </p:nvPr>
        </p:nvSpPr>
        <p:spPr/>
        <p:txBody>
          <a:bodyPr/>
          <a:lstStyle/>
          <a:p>
            <a:pPr>
              <a:defRPr/>
            </a:pPr>
            <a:endParaRPr lang="fr-FR"/>
          </a:p>
        </p:txBody>
      </p:sp>
      <p:sp>
        <p:nvSpPr>
          <p:cNvPr id="8" name="Footer Placeholder 7"/>
          <p:cNvSpPr>
            <a:spLocks noGrp="1"/>
          </p:cNvSpPr>
          <p:nvPr>
            <p:ph type="ftr" sz="quarter" idx="11"/>
          </p:nvPr>
        </p:nvSpPr>
        <p:spPr/>
        <p:txBody>
          <a:bodyPr/>
          <a:lstStyle/>
          <a:p>
            <a:pPr>
              <a:defRPr/>
            </a:pPr>
            <a:endParaRPr lang="fr-FR"/>
          </a:p>
        </p:txBody>
      </p:sp>
      <p:sp>
        <p:nvSpPr>
          <p:cNvPr id="9" name="Slide Number Placeholder 8"/>
          <p:cNvSpPr>
            <a:spLocks noGrp="1"/>
          </p:cNvSpPr>
          <p:nvPr>
            <p:ph type="sldNum" sz="quarter" idx="12"/>
          </p:nvPr>
        </p:nvSpPr>
        <p:spPr/>
        <p:txBody>
          <a:bodyPr/>
          <a:lstStyle/>
          <a:p>
            <a:fld id="{729DE52F-9BC9-6E46-B3B3-CF2D5F414E36}" type="slidenum">
              <a:rPr lang="fr-FR" smtClean="0"/>
              <a:pPr/>
              <a:t>‹N°›</a:t>
            </a:fld>
            <a:endParaRPr lang="fr-FR"/>
          </a:p>
        </p:txBody>
      </p:sp>
      <p:sp>
        <p:nvSpPr>
          <p:cNvPr id="11" name="Content Placeholder 10"/>
          <p:cNvSpPr>
            <a:spLocks noGrp="1"/>
          </p:cNvSpPr>
          <p:nvPr>
            <p:ph sz="quarter" idx="13"/>
          </p:nvPr>
        </p:nvSpPr>
        <p:spPr>
          <a:xfrm>
            <a:off x="755967" y="6853682"/>
            <a:ext cx="6682753" cy="121213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Content Placeholder 12"/>
          <p:cNvSpPr>
            <a:spLocks noGrp="1"/>
          </p:cNvSpPr>
          <p:nvPr>
            <p:ph sz="quarter" idx="14"/>
          </p:nvPr>
        </p:nvSpPr>
        <p:spPr>
          <a:xfrm>
            <a:off x="7725988" y="6853685"/>
            <a:ext cx="6682753" cy="1212000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dirty="0"/>
          </a:p>
        </p:txBody>
      </p:sp>
      <p:sp>
        <p:nvSpPr>
          <p:cNvPr id="3" name="Date Placeholder 2"/>
          <p:cNvSpPr>
            <a:spLocks noGrp="1"/>
          </p:cNvSpPr>
          <p:nvPr>
            <p:ph type="dt" sz="half" idx="10"/>
          </p:nvPr>
        </p:nvSpPr>
        <p:spPr/>
        <p:txBody>
          <a:bodyPr/>
          <a:lstStyle/>
          <a:p>
            <a:pPr>
              <a:defRPr/>
            </a:pPr>
            <a:endParaRPr lang="fr-FR"/>
          </a:p>
        </p:txBody>
      </p:sp>
      <p:sp>
        <p:nvSpPr>
          <p:cNvPr id="4" name="Footer Placeholder 3"/>
          <p:cNvSpPr>
            <a:spLocks noGrp="1"/>
          </p:cNvSpPr>
          <p:nvPr>
            <p:ph type="ftr" sz="quarter" idx="11"/>
          </p:nvPr>
        </p:nvSpPr>
        <p:spPr/>
        <p:txBody>
          <a:bodyPr/>
          <a:lstStyle/>
          <a:p>
            <a:pPr>
              <a:defRPr/>
            </a:pPr>
            <a:endParaRPr lang="fr-FR"/>
          </a:p>
        </p:txBody>
      </p:sp>
      <p:sp>
        <p:nvSpPr>
          <p:cNvPr id="5" name="Slide Number Placeholder 4"/>
          <p:cNvSpPr>
            <a:spLocks noGrp="1"/>
          </p:cNvSpPr>
          <p:nvPr>
            <p:ph type="sldNum" sz="quarter" idx="12"/>
          </p:nvPr>
        </p:nvSpPr>
        <p:spPr/>
        <p:txBody>
          <a:bodyPr/>
          <a:lstStyle/>
          <a:p>
            <a:fld id="{ED6C3E99-8B47-C94A-9D94-825EC2F57323}"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fr-FR"/>
          </a:p>
        </p:txBody>
      </p:sp>
      <p:sp>
        <p:nvSpPr>
          <p:cNvPr id="3" name="Footer Placeholder 2"/>
          <p:cNvSpPr>
            <a:spLocks noGrp="1"/>
          </p:cNvSpPr>
          <p:nvPr>
            <p:ph type="ftr" sz="quarter" idx="11"/>
          </p:nvPr>
        </p:nvSpPr>
        <p:spPr/>
        <p:txBody>
          <a:bodyPr/>
          <a:lstStyle/>
          <a:p>
            <a:pPr>
              <a:defRPr/>
            </a:pPr>
            <a:endParaRPr lang="fr-FR"/>
          </a:p>
        </p:txBody>
      </p:sp>
      <p:sp>
        <p:nvSpPr>
          <p:cNvPr id="4" name="Slide Number Placeholder 3"/>
          <p:cNvSpPr>
            <a:spLocks noGrp="1"/>
          </p:cNvSpPr>
          <p:nvPr>
            <p:ph type="sldNum" sz="quarter" idx="12"/>
          </p:nvPr>
        </p:nvSpPr>
        <p:spPr/>
        <p:txBody>
          <a:bodyPr/>
          <a:lstStyle/>
          <a:p>
            <a:fld id="{E76818EE-E1D5-0141-903B-868C7CE2E18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767207" y="826032"/>
            <a:ext cx="4974163" cy="6490228"/>
          </a:xfrm>
        </p:spPr>
        <p:txBody>
          <a:bodyPr anchor="b"/>
          <a:lstStyle>
            <a:lvl1pPr algn="ctr">
              <a:lnSpc>
                <a:spcPct val="100000"/>
              </a:lnSpc>
              <a:defRPr sz="6004" b="0">
                <a:effectLst>
                  <a:outerShdw blurRad="50800" dist="25400" dir="5400000" algn="t" rotWithShape="0">
                    <a:prstClr val="black">
                      <a:alpha val="25000"/>
                    </a:prstClr>
                  </a:outerShdw>
                </a:effectLst>
              </a:defRPr>
            </a:lvl1pPr>
          </a:lstStyle>
          <a:p>
            <a:r>
              <a:rPr lang="fr-FR"/>
              <a:t>Cliquez et modifiez le titre</a:t>
            </a:r>
            <a:endParaRPr lang="en-US" dirty="0"/>
          </a:p>
        </p:txBody>
      </p:sp>
      <p:sp>
        <p:nvSpPr>
          <p:cNvPr id="3" name="Content Placeholder 2"/>
          <p:cNvSpPr>
            <a:spLocks noGrp="1"/>
          </p:cNvSpPr>
          <p:nvPr>
            <p:ph idx="1"/>
          </p:nvPr>
        </p:nvSpPr>
        <p:spPr>
          <a:xfrm>
            <a:off x="1189075" y="845698"/>
            <a:ext cx="8260520" cy="18128393"/>
          </a:xfrm>
        </p:spPr>
        <p:txBody>
          <a:bodyPr/>
          <a:lstStyle>
            <a:lvl1pPr>
              <a:defRPr sz="6861"/>
            </a:lvl1pPr>
            <a:lvl2pPr>
              <a:defRPr sz="6004"/>
            </a:lvl2pPr>
            <a:lvl3pPr>
              <a:defRPr sz="5146"/>
            </a:lvl3pPr>
            <a:lvl4pPr>
              <a:defRPr sz="4288"/>
            </a:lvl4pPr>
            <a:lvl5pPr>
              <a:defRPr sz="4288"/>
            </a:lvl5pPr>
            <a:lvl6pPr>
              <a:defRPr sz="4288"/>
            </a:lvl6pPr>
            <a:lvl7pPr>
              <a:defRPr sz="4288"/>
            </a:lvl7pPr>
            <a:lvl8pPr>
              <a:defRPr sz="4288"/>
            </a:lvl8pPr>
            <a:lvl9pPr>
              <a:defRPr sz="4288"/>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9767207" y="7552269"/>
            <a:ext cx="4974163" cy="11421822"/>
          </a:xfrm>
        </p:spPr>
        <p:txBody>
          <a:bodyPr>
            <a:normAutofit/>
          </a:bodyPr>
          <a:lstStyle>
            <a:lvl1pPr marL="0" indent="0" algn="ctr">
              <a:lnSpc>
                <a:spcPct val="125000"/>
              </a:lnSpc>
              <a:buNone/>
              <a:defRPr sz="3431"/>
            </a:lvl1pPr>
            <a:lvl2pPr marL="980328" indent="0">
              <a:buNone/>
              <a:defRPr sz="2573"/>
            </a:lvl2pPr>
            <a:lvl3pPr marL="1960656" indent="0">
              <a:buNone/>
              <a:defRPr sz="2144"/>
            </a:lvl3pPr>
            <a:lvl4pPr marL="2940985" indent="0">
              <a:buNone/>
              <a:defRPr sz="1930"/>
            </a:lvl4pPr>
            <a:lvl5pPr marL="3921313" indent="0">
              <a:buNone/>
              <a:defRPr sz="1930"/>
            </a:lvl5pPr>
            <a:lvl6pPr marL="4901641" indent="0">
              <a:buNone/>
              <a:defRPr sz="1930"/>
            </a:lvl6pPr>
            <a:lvl7pPr marL="5881969" indent="0">
              <a:buNone/>
              <a:defRPr sz="1930"/>
            </a:lvl7pPr>
            <a:lvl8pPr marL="6862298" indent="0">
              <a:buNone/>
              <a:defRPr sz="1930"/>
            </a:lvl8pPr>
            <a:lvl9pPr marL="7842626" indent="0">
              <a:buNone/>
              <a:defRPr sz="193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pPr>
              <a:defRPr/>
            </a:pPr>
            <a:endParaRPr lang="fr-FR"/>
          </a:p>
        </p:txBody>
      </p:sp>
      <p:sp>
        <p:nvSpPr>
          <p:cNvPr id="6" name="Footer Placeholder 5"/>
          <p:cNvSpPr>
            <a:spLocks noGrp="1"/>
          </p:cNvSpPr>
          <p:nvPr>
            <p:ph type="ftr" sz="quarter" idx="11"/>
          </p:nvPr>
        </p:nvSpPr>
        <p:spPr/>
        <p:txBody>
          <a:bodyPr/>
          <a:lstStyle/>
          <a:p>
            <a:pPr>
              <a:defRPr/>
            </a:pPr>
            <a:endParaRPr lang="fr-FR"/>
          </a:p>
        </p:txBody>
      </p:sp>
      <p:sp>
        <p:nvSpPr>
          <p:cNvPr id="7" name="Slide Number Placeholder 6"/>
          <p:cNvSpPr>
            <a:spLocks noGrp="1"/>
          </p:cNvSpPr>
          <p:nvPr>
            <p:ph type="sldNum" sz="quarter" idx="12"/>
          </p:nvPr>
        </p:nvSpPr>
        <p:spPr/>
        <p:txBody>
          <a:bodyPr/>
          <a:lstStyle/>
          <a:p>
            <a:fld id="{3B240719-A3BA-C741-B060-075073ED67EB}"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777132" y="708026"/>
            <a:ext cx="9444342" cy="2773097"/>
          </a:xfrm>
        </p:spPr>
        <p:txBody>
          <a:bodyPr anchor="b"/>
          <a:lstStyle>
            <a:lvl1pPr algn="ctr">
              <a:lnSpc>
                <a:spcPct val="100000"/>
              </a:lnSpc>
              <a:defRPr sz="6004" b="0"/>
            </a:lvl1pPr>
          </a:lstStyle>
          <a:p>
            <a:r>
              <a:rPr lang="fr-FR"/>
              <a:t>Cliquez et modifiez le titre</a:t>
            </a:r>
            <a:endParaRPr lang="en-US" dirty="0"/>
          </a:p>
        </p:txBody>
      </p:sp>
      <p:sp>
        <p:nvSpPr>
          <p:cNvPr id="3" name="Picture Placeholder 2"/>
          <p:cNvSpPr>
            <a:spLocks noGrp="1"/>
          </p:cNvSpPr>
          <p:nvPr>
            <p:ph type="pic" idx="1"/>
          </p:nvPr>
        </p:nvSpPr>
        <p:spPr>
          <a:xfrm>
            <a:off x="2493647" y="3540125"/>
            <a:ext cx="10011318" cy="1406462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6861"/>
            </a:lvl1pPr>
            <a:lvl2pPr marL="980328" indent="0">
              <a:buNone/>
              <a:defRPr sz="6004"/>
            </a:lvl2pPr>
            <a:lvl3pPr marL="1960656" indent="0">
              <a:buNone/>
              <a:defRPr sz="5146"/>
            </a:lvl3pPr>
            <a:lvl4pPr marL="2940985" indent="0">
              <a:buNone/>
              <a:defRPr sz="4288"/>
            </a:lvl4pPr>
            <a:lvl5pPr marL="3921313" indent="0">
              <a:buNone/>
              <a:defRPr sz="4288"/>
            </a:lvl5pPr>
            <a:lvl6pPr marL="4901641" indent="0">
              <a:buNone/>
              <a:defRPr sz="4288"/>
            </a:lvl6pPr>
            <a:lvl7pPr marL="5881969" indent="0">
              <a:buNone/>
              <a:defRPr sz="4288"/>
            </a:lvl7pPr>
            <a:lvl8pPr marL="6862298" indent="0">
              <a:buNone/>
              <a:defRPr sz="4288"/>
            </a:lvl8pPr>
            <a:lvl9pPr marL="7842626" indent="0">
              <a:buNone/>
              <a:defRPr sz="4288"/>
            </a:lvl9pPr>
          </a:lstStyle>
          <a:p>
            <a:r>
              <a:rPr lang="fr-FR"/>
              <a:t>Faire glisser l'image vers l'espace réservé ou cliquer sur l'icône pour l'ajouter</a:t>
            </a:r>
            <a:endParaRPr lang="en-US" dirty="0"/>
          </a:p>
        </p:txBody>
      </p:sp>
      <p:sp>
        <p:nvSpPr>
          <p:cNvPr id="4" name="Text Placeholder 3"/>
          <p:cNvSpPr>
            <a:spLocks noGrp="1"/>
          </p:cNvSpPr>
          <p:nvPr>
            <p:ph type="body" sz="half" idx="2"/>
          </p:nvPr>
        </p:nvSpPr>
        <p:spPr>
          <a:xfrm>
            <a:off x="2777132" y="17995636"/>
            <a:ext cx="9444342" cy="1652059"/>
          </a:xfrm>
        </p:spPr>
        <p:txBody>
          <a:bodyPr>
            <a:normAutofit/>
          </a:bodyPr>
          <a:lstStyle>
            <a:lvl1pPr marL="0" indent="0" algn="ctr">
              <a:buNone/>
              <a:defRPr sz="3431"/>
            </a:lvl1pPr>
            <a:lvl2pPr marL="980328" indent="0">
              <a:buNone/>
              <a:defRPr sz="2573"/>
            </a:lvl2pPr>
            <a:lvl3pPr marL="1960656" indent="0">
              <a:buNone/>
              <a:defRPr sz="2144"/>
            </a:lvl3pPr>
            <a:lvl4pPr marL="2940985" indent="0">
              <a:buNone/>
              <a:defRPr sz="1930"/>
            </a:lvl4pPr>
            <a:lvl5pPr marL="3921313" indent="0">
              <a:buNone/>
              <a:defRPr sz="1930"/>
            </a:lvl5pPr>
            <a:lvl6pPr marL="4901641" indent="0">
              <a:buNone/>
              <a:defRPr sz="1930"/>
            </a:lvl6pPr>
            <a:lvl7pPr marL="5881969" indent="0">
              <a:buNone/>
              <a:defRPr sz="1930"/>
            </a:lvl7pPr>
            <a:lvl8pPr marL="6862298" indent="0">
              <a:buNone/>
              <a:defRPr sz="1930"/>
            </a:lvl8pPr>
            <a:lvl9pPr marL="7842626" indent="0">
              <a:buNone/>
              <a:defRPr sz="193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pPr>
              <a:defRPr/>
            </a:pPr>
            <a:endParaRPr lang="fr-FR"/>
          </a:p>
        </p:txBody>
      </p:sp>
      <p:sp>
        <p:nvSpPr>
          <p:cNvPr id="6" name="Footer Placeholder 5"/>
          <p:cNvSpPr>
            <a:spLocks noGrp="1"/>
          </p:cNvSpPr>
          <p:nvPr>
            <p:ph type="ftr" sz="quarter" idx="11"/>
          </p:nvPr>
        </p:nvSpPr>
        <p:spPr/>
        <p:txBody>
          <a:bodyPr/>
          <a:lstStyle/>
          <a:p>
            <a:pPr>
              <a:defRPr/>
            </a:pPr>
            <a:endParaRPr lang="fr-FR"/>
          </a:p>
        </p:txBody>
      </p:sp>
      <p:sp>
        <p:nvSpPr>
          <p:cNvPr id="7" name="Slide Number Placeholder 6"/>
          <p:cNvSpPr>
            <a:spLocks noGrp="1"/>
          </p:cNvSpPr>
          <p:nvPr>
            <p:ph type="sldNum" sz="quarter" idx="12"/>
          </p:nvPr>
        </p:nvSpPr>
        <p:spPr/>
        <p:txBody>
          <a:bodyPr/>
          <a:lstStyle/>
          <a:p>
            <a:fld id="{BEE5D621-5730-E044-A2E6-9C6D87F2A93E}"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Cliquez et modifiez le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pPr>
              <a:defRPr/>
            </a:pPr>
            <a:endParaRPr lang="fr-FR"/>
          </a:p>
        </p:txBody>
      </p:sp>
      <p:sp>
        <p:nvSpPr>
          <p:cNvPr id="5" name="Footer Placeholder 4"/>
          <p:cNvSpPr>
            <a:spLocks noGrp="1"/>
          </p:cNvSpPr>
          <p:nvPr>
            <p:ph type="ftr" sz="quarter" idx="11"/>
          </p:nvPr>
        </p:nvSpPr>
        <p:spPr/>
        <p:txBody>
          <a:bodyPr/>
          <a:lstStyle/>
          <a:p>
            <a:pPr>
              <a:defRPr/>
            </a:pPr>
            <a:endParaRPr lang="fr-FR"/>
          </a:p>
        </p:txBody>
      </p:sp>
      <p:sp>
        <p:nvSpPr>
          <p:cNvPr id="6" name="Slide Number Placeholder 5"/>
          <p:cNvSpPr>
            <a:spLocks noGrp="1"/>
          </p:cNvSpPr>
          <p:nvPr>
            <p:ph type="sldNum" sz="quarter" idx="12"/>
          </p:nvPr>
        </p:nvSpPr>
        <p:spPr/>
        <p:txBody>
          <a:bodyPr/>
          <a:lstStyle/>
          <a:p>
            <a:fld id="{8D662ADA-DC72-A84C-B83D-B8652B71C1A6}"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961529" y="850617"/>
            <a:ext cx="3401854" cy="18123474"/>
          </a:xfrm>
        </p:spPr>
        <p:txBody>
          <a:bodyPr vert="eaVert"/>
          <a:lstStyle/>
          <a:p>
            <a:r>
              <a:rPr lang="fr-FR"/>
              <a:t>Cliquez et modifiez le titre</a:t>
            </a:r>
            <a:endParaRPr lang="en-US" dirty="0"/>
          </a:p>
        </p:txBody>
      </p:sp>
      <p:sp>
        <p:nvSpPr>
          <p:cNvPr id="3" name="Vertical Text Placeholder 2"/>
          <p:cNvSpPr>
            <a:spLocks noGrp="1"/>
          </p:cNvSpPr>
          <p:nvPr>
            <p:ph type="body" orient="vert" idx="1"/>
          </p:nvPr>
        </p:nvSpPr>
        <p:spPr>
          <a:xfrm>
            <a:off x="755968" y="850617"/>
            <a:ext cx="9953572" cy="18123474"/>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pPr>
              <a:defRPr/>
            </a:pPr>
            <a:endParaRPr lang="fr-FR"/>
          </a:p>
        </p:txBody>
      </p:sp>
      <p:sp>
        <p:nvSpPr>
          <p:cNvPr id="5" name="Footer Placeholder 4"/>
          <p:cNvSpPr>
            <a:spLocks noGrp="1"/>
          </p:cNvSpPr>
          <p:nvPr>
            <p:ph type="ftr" sz="quarter" idx="11"/>
          </p:nvPr>
        </p:nvSpPr>
        <p:spPr/>
        <p:txBody>
          <a:bodyPr/>
          <a:lstStyle/>
          <a:p>
            <a:pPr>
              <a:defRPr/>
            </a:pPr>
            <a:endParaRPr lang="fr-FR"/>
          </a:p>
        </p:txBody>
      </p:sp>
      <p:sp>
        <p:nvSpPr>
          <p:cNvPr id="6" name="Slide Number Placeholder 5"/>
          <p:cNvSpPr>
            <a:spLocks noGrp="1"/>
          </p:cNvSpPr>
          <p:nvPr>
            <p:ph type="sldNum" sz="quarter" idx="12"/>
          </p:nvPr>
        </p:nvSpPr>
        <p:spPr/>
        <p:txBody>
          <a:bodyPr/>
          <a:lstStyle/>
          <a:p>
            <a:fld id="{B26D0811-CF97-3A45-B9CF-6125AA1550BF}"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133951" y="6596888"/>
            <a:ext cx="12851448" cy="4554507"/>
          </a:xfrm>
        </p:spPr>
        <p:txBody>
          <a:bodyPr/>
          <a:lstStyle/>
          <a:p>
            <a:r>
              <a:rPr lang="fr-FR"/>
              <a:t>Cliquez et modifiez le titre</a:t>
            </a:r>
          </a:p>
        </p:txBody>
      </p:sp>
      <p:sp>
        <p:nvSpPr>
          <p:cNvPr id="3" name="Sous-titre 2"/>
          <p:cNvSpPr>
            <a:spLocks noGrp="1"/>
          </p:cNvSpPr>
          <p:nvPr>
            <p:ph type="subTitle" idx="1"/>
          </p:nvPr>
        </p:nvSpPr>
        <p:spPr>
          <a:xfrm>
            <a:off x="2267903" y="12036426"/>
            <a:ext cx="10583545" cy="5429327"/>
          </a:xfrm>
        </p:spPr>
        <p:txBody>
          <a:bodyPr/>
          <a:lstStyle>
            <a:lvl1pPr marL="0" indent="0" algn="ctr">
              <a:buNone/>
              <a:defRPr>
                <a:solidFill>
                  <a:schemeClr val="tx1">
                    <a:tint val="75000"/>
                  </a:schemeClr>
                </a:solidFill>
              </a:defRPr>
            </a:lvl1pPr>
            <a:lvl2pPr marL="980328" indent="0" algn="ctr">
              <a:buNone/>
              <a:defRPr>
                <a:solidFill>
                  <a:schemeClr val="tx1">
                    <a:tint val="75000"/>
                  </a:schemeClr>
                </a:solidFill>
              </a:defRPr>
            </a:lvl2pPr>
            <a:lvl3pPr marL="1960656" indent="0" algn="ctr">
              <a:buNone/>
              <a:defRPr>
                <a:solidFill>
                  <a:schemeClr val="tx1">
                    <a:tint val="75000"/>
                  </a:schemeClr>
                </a:solidFill>
              </a:defRPr>
            </a:lvl3pPr>
            <a:lvl4pPr marL="2940985" indent="0" algn="ctr">
              <a:buNone/>
              <a:defRPr>
                <a:solidFill>
                  <a:schemeClr val="tx1">
                    <a:tint val="75000"/>
                  </a:schemeClr>
                </a:solidFill>
              </a:defRPr>
            </a:lvl4pPr>
            <a:lvl5pPr marL="3921313" indent="0" algn="ctr">
              <a:buNone/>
              <a:defRPr>
                <a:solidFill>
                  <a:schemeClr val="tx1">
                    <a:tint val="75000"/>
                  </a:schemeClr>
                </a:solidFill>
              </a:defRPr>
            </a:lvl5pPr>
            <a:lvl6pPr marL="4901641" indent="0" algn="ctr">
              <a:buNone/>
              <a:defRPr>
                <a:solidFill>
                  <a:schemeClr val="tx1">
                    <a:tint val="75000"/>
                  </a:schemeClr>
                </a:solidFill>
              </a:defRPr>
            </a:lvl6pPr>
            <a:lvl7pPr marL="5881969" indent="0" algn="ctr">
              <a:buNone/>
              <a:defRPr>
                <a:solidFill>
                  <a:schemeClr val="tx1">
                    <a:tint val="75000"/>
                  </a:schemeClr>
                </a:solidFill>
              </a:defRPr>
            </a:lvl7pPr>
            <a:lvl8pPr marL="6862298" indent="0" algn="ctr">
              <a:buNone/>
              <a:defRPr>
                <a:solidFill>
                  <a:schemeClr val="tx1">
                    <a:tint val="75000"/>
                  </a:schemeClr>
                </a:solidFill>
              </a:defRPr>
            </a:lvl8pPr>
            <a:lvl9pPr marL="7842626"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3723431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3105646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1193450" y="13649906"/>
            <a:ext cx="12851448" cy="4217515"/>
          </a:xfrm>
        </p:spPr>
        <p:txBody>
          <a:bodyPr anchor="t"/>
          <a:lstStyle>
            <a:lvl1pPr algn="l">
              <a:defRPr sz="8577" b="1" cap="all"/>
            </a:lvl1pPr>
          </a:lstStyle>
          <a:p>
            <a:r>
              <a:rPr lang="fr-FR"/>
              <a:t>Cliquez et modifiez le titre</a:t>
            </a:r>
          </a:p>
        </p:txBody>
      </p:sp>
      <p:sp>
        <p:nvSpPr>
          <p:cNvPr id="3" name="Espace réservé du texte 2"/>
          <p:cNvSpPr>
            <a:spLocks noGrp="1"/>
          </p:cNvSpPr>
          <p:nvPr>
            <p:ph type="body" idx="1"/>
          </p:nvPr>
        </p:nvSpPr>
        <p:spPr>
          <a:xfrm>
            <a:off x="1193450" y="9003493"/>
            <a:ext cx="12851448" cy="4646413"/>
          </a:xfrm>
        </p:spPr>
        <p:txBody>
          <a:bodyPr anchor="b"/>
          <a:lstStyle>
            <a:lvl1pPr marL="0" indent="0">
              <a:buNone/>
              <a:defRPr sz="4288">
                <a:solidFill>
                  <a:schemeClr val="tx1">
                    <a:tint val="75000"/>
                  </a:schemeClr>
                </a:solidFill>
              </a:defRPr>
            </a:lvl1pPr>
            <a:lvl2pPr marL="980328" indent="0">
              <a:buNone/>
              <a:defRPr sz="3860">
                <a:solidFill>
                  <a:schemeClr val="tx1">
                    <a:tint val="75000"/>
                  </a:schemeClr>
                </a:solidFill>
              </a:defRPr>
            </a:lvl2pPr>
            <a:lvl3pPr marL="1960656" indent="0">
              <a:buNone/>
              <a:defRPr sz="3431">
                <a:solidFill>
                  <a:schemeClr val="tx1">
                    <a:tint val="75000"/>
                  </a:schemeClr>
                </a:solidFill>
              </a:defRPr>
            </a:lvl3pPr>
            <a:lvl4pPr marL="2940985" indent="0">
              <a:buNone/>
              <a:defRPr sz="3002">
                <a:solidFill>
                  <a:schemeClr val="tx1">
                    <a:tint val="75000"/>
                  </a:schemeClr>
                </a:solidFill>
              </a:defRPr>
            </a:lvl4pPr>
            <a:lvl5pPr marL="3921313" indent="0">
              <a:buNone/>
              <a:defRPr sz="3002">
                <a:solidFill>
                  <a:schemeClr val="tx1">
                    <a:tint val="75000"/>
                  </a:schemeClr>
                </a:solidFill>
              </a:defRPr>
            </a:lvl5pPr>
            <a:lvl6pPr marL="4901641" indent="0">
              <a:buNone/>
              <a:defRPr sz="3002">
                <a:solidFill>
                  <a:schemeClr val="tx1">
                    <a:tint val="75000"/>
                  </a:schemeClr>
                </a:solidFill>
              </a:defRPr>
            </a:lvl6pPr>
            <a:lvl7pPr marL="5881969" indent="0">
              <a:buNone/>
              <a:defRPr sz="3002">
                <a:solidFill>
                  <a:schemeClr val="tx1">
                    <a:tint val="75000"/>
                  </a:schemeClr>
                </a:solidFill>
              </a:defRPr>
            </a:lvl7pPr>
            <a:lvl8pPr marL="6862298" indent="0">
              <a:buNone/>
              <a:defRPr sz="3002">
                <a:solidFill>
                  <a:schemeClr val="tx1">
                    <a:tint val="75000"/>
                  </a:schemeClr>
                </a:solidFill>
              </a:defRPr>
            </a:lvl8pPr>
            <a:lvl9pPr marL="7842626" indent="0">
              <a:buNone/>
              <a:defRPr sz="3002">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1794740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755967" y="4956176"/>
            <a:ext cx="6635715" cy="14017533"/>
          </a:xfrm>
        </p:spPr>
        <p:txBody>
          <a:bodyPr/>
          <a:lstStyle>
            <a:lvl1pPr>
              <a:defRPr sz="6004"/>
            </a:lvl1pPr>
            <a:lvl2pPr>
              <a:defRPr sz="5146"/>
            </a:lvl2pPr>
            <a:lvl3pPr>
              <a:defRPr sz="4288"/>
            </a:lvl3pPr>
            <a:lvl4pPr>
              <a:defRPr sz="3860"/>
            </a:lvl4pPr>
            <a:lvl5pPr>
              <a:defRPr sz="3860"/>
            </a:lvl5pPr>
            <a:lvl6pPr>
              <a:defRPr sz="3860"/>
            </a:lvl6pPr>
            <a:lvl7pPr>
              <a:defRPr sz="3860"/>
            </a:lvl7pPr>
            <a:lvl8pPr>
              <a:defRPr sz="3860"/>
            </a:lvl8pPr>
            <a:lvl9pPr>
              <a:defRPr sz="386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7727668" y="4956176"/>
            <a:ext cx="6635715" cy="14017533"/>
          </a:xfrm>
        </p:spPr>
        <p:txBody>
          <a:bodyPr/>
          <a:lstStyle>
            <a:lvl1pPr>
              <a:defRPr sz="6004"/>
            </a:lvl1pPr>
            <a:lvl2pPr>
              <a:defRPr sz="5146"/>
            </a:lvl2pPr>
            <a:lvl3pPr>
              <a:defRPr sz="4288"/>
            </a:lvl3pPr>
            <a:lvl4pPr>
              <a:defRPr sz="3860"/>
            </a:lvl4pPr>
            <a:lvl5pPr>
              <a:defRPr sz="3860"/>
            </a:lvl5pPr>
            <a:lvl6pPr>
              <a:defRPr sz="3860"/>
            </a:lvl6pPr>
            <a:lvl7pPr>
              <a:defRPr sz="3860"/>
            </a:lvl7pPr>
            <a:lvl8pPr>
              <a:defRPr sz="3860"/>
            </a:lvl8pPr>
            <a:lvl9pPr>
              <a:defRPr sz="386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596609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755967" y="4755343"/>
            <a:ext cx="6681214" cy="1981108"/>
          </a:xfrm>
        </p:spPr>
        <p:txBody>
          <a:bodyPr anchor="b"/>
          <a:lstStyle>
            <a:lvl1pPr marL="0" indent="0">
              <a:buNone/>
              <a:defRPr sz="5146" b="1"/>
            </a:lvl1pPr>
            <a:lvl2pPr marL="980328" indent="0">
              <a:buNone/>
              <a:defRPr sz="4288" b="1"/>
            </a:lvl2pPr>
            <a:lvl3pPr marL="1960656" indent="0">
              <a:buNone/>
              <a:defRPr sz="3860" b="1"/>
            </a:lvl3pPr>
            <a:lvl4pPr marL="2940985" indent="0">
              <a:buNone/>
              <a:defRPr sz="3431" b="1"/>
            </a:lvl4pPr>
            <a:lvl5pPr marL="3921313" indent="0">
              <a:buNone/>
              <a:defRPr sz="3431" b="1"/>
            </a:lvl5pPr>
            <a:lvl6pPr marL="4901641" indent="0">
              <a:buNone/>
              <a:defRPr sz="3431" b="1"/>
            </a:lvl6pPr>
            <a:lvl7pPr marL="5881969" indent="0">
              <a:buNone/>
              <a:defRPr sz="3431" b="1"/>
            </a:lvl7pPr>
            <a:lvl8pPr marL="6862298" indent="0">
              <a:buNone/>
              <a:defRPr sz="3431" b="1"/>
            </a:lvl8pPr>
            <a:lvl9pPr marL="7842626" indent="0">
              <a:buNone/>
              <a:defRPr sz="3431" b="1"/>
            </a:lvl9pPr>
          </a:lstStyle>
          <a:p>
            <a:pPr lvl="0"/>
            <a:r>
              <a:rPr lang="fr-FR"/>
              <a:t>Cliquez pour modifier les styles du texte du masque</a:t>
            </a:r>
          </a:p>
        </p:txBody>
      </p:sp>
      <p:sp>
        <p:nvSpPr>
          <p:cNvPr id="4" name="Espace réservé du contenu 3"/>
          <p:cNvSpPr>
            <a:spLocks noGrp="1"/>
          </p:cNvSpPr>
          <p:nvPr>
            <p:ph sz="half" idx="2"/>
          </p:nvPr>
        </p:nvSpPr>
        <p:spPr>
          <a:xfrm>
            <a:off x="755967" y="6736450"/>
            <a:ext cx="6681214" cy="12237258"/>
          </a:xfrm>
        </p:spPr>
        <p:txBody>
          <a:bodyPr/>
          <a:lstStyle>
            <a:lvl1pPr>
              <a:defRPr sz="5146"/>
            </a:lvl1pPr>
            <a:lvl2pPr>
              <a:defRPr sz="4288"/>
            </a:lvl2pPr>
            <a:lvl3pPr>
              <a:defRPr sz="3860"/>
            </a:lvl3pPr>
            <a:lvl4pPr>
              <a:defRPr sz="3431"/>
            </a:lvl4pPr>
            <a:lvl5pPr>
              <a:defRPr sz="3431"/>
            </a:lvl5pPr>
            <a:lvl6pPr>
              <a:defRPr sz="3431"/>
            </a:lvl6pPr>
            <a:lvl7pPr>
              <a:defRPr sz="3431"/>
            </a:lvl7pPr>
            <a:lvl8pPr>
              <a:defRPr sz="3431"/>
            </a:lvl8pPr>
            <a:lvl9pPr>
              <a:defRPr sz="3431"/>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7682172" y="4755343"/>
            <a:ext cx="6681212" cy="1981108"/>
          </a:xfrm>
        </p:spPr>
        <p:txBody>
          <a:bodyPr anchor="b"/>
          <a:lstStyle>
            <a:lvl1pPr marL="0" indent="0">
              <a:buNone/>
              <a:defRPr sz="5146" b="1"/>
            </a:lvl1pPr>
            <a:lvl2pPr marL="980328" indent="0">
              <a:buNone/>
              <a:defRPr sz="4288" b="1"/>
            </a:lvl2pPr>
            <a:lvl3pPr marL="1960656" indent="0">
              <a:buNone/>
              <a:defRPr sz="3860" b="1"/>
            </a:lvl3pPr>
            <a:lvl4pPr marL="2940985" indent="0">
              <a:buNone/>
              <a:defRPr sz="3431" b="1"/>
            </a:lvl4pPr>
            <a:lvl5pPr marL="3921313" indent="0">
              <a:buNone/>
              <a:defRPr sz="3431" b="1"/>
            </a:lvl5pPr>
            <a:lvl6pPr marL="4901641" indent="0">
              <a:buNone/>
              <a:defRPr sz="3431" b="1"/>
            </a:lvl6pPr>
            <a:lvl7pPr marL="5881969" indent="0">
              <a:buNone/>
              <a:defRPr sz="3431" b="1"/>
            </a:lvl7pPr>
            <a:lvl8pPr marL="6862298" indent="0">
              <a:buNone/>
              <a:defRPr sz="3431" b="1"/>
            </a:lvl8pPr>
            <a:lvl9pPr marL="7842626" indent="0">
              <a:buNone/>
              <a:defRPr sz="3431" b="1"/>
            </a:lvl9pPr>
          </a:lstStyle>
          <a:p>
            <a:pPr lvl="0"/>
            <a:r>
              <a:rPr lang="fr-FR"/>
              <a:t>Cliquez pour modifier les styles du texte du masque</a:t>
            </a:r>
          </a:p>
        </p:txBody>
      </p:sp>
      <p:sp>
        <p:nvSpPr>
          <p:cNvPr id="6" name="Espace réservé du contenu 5"/>
          <p:cNvSpPr>
            <a:spLocks noGrp="1"/>
          </p:cNvSpPr>
          <p:nvPr>
            <p:ph sz="quarter" idx="4"/>
          </p:nvPr>
        </p:nvSpPr>
        <p:spPr>
          <a:xfrm>
            <a:off x="7682172" y="6736450"/>
            <a:ext cx="6681212" cy="12237258"/>
          </a:xfrm>
        </p:spPr>
        <p:txBody>
          <a:bodyPr/>
          <a:lstStyle>
            <a:lvl1pPr>
              <a:defRPr sz="5146"/>
            </a:lvl1pPr>
            <a:lvl2pPr>
              <a:defRPr sz="4288"/>
            </a:lvl2pPr>
            <a:lvl3pPr>
              <a:defRPr sz="3860"/>
            </a:lvl3pPr>
            <a:lvl4pPr>
              <a:defRPr sz="3431"/>
            </a:lvl4pPr>
            <a:lvl5pPr>
              <a:defRPr sz="3431"/>
            </a:lvl5pPr>
            <a:lvl6pPr>
              <a:defRPr sz="3431"/>
            </a:lvl6pPr>
            <a:lvl7pPr>
              <a:defRPr sz="3431"/>
            </a:lvl7pPr>
            <a:lvl8pPr>
              <a:defRPr sz="3431"/>
            </a:lvl8pPr>
            <a:lvl9pPr>
              <a:defRPr sz="3431"/>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24366212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1066599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42485855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755968" y="844185"/>
            <a:ext cx="4973287" cy="3601396"/>
          </a:xfrm>
        </p:spPr>
        <p:txBody>
          <a:bodyPr anchor="b"/>
          <a:lstStyle>
            <a:lvl1pPr algn="l">
              <a:defRPr sz="4288" b="1"/>
            </a:lvl1pPr>
          </a:lstStyle>
          <a:p>
            <a:r>
              <a:rPr lang="fr-FR"/>
              <a:t>Cliquez et modifiez le titre</a:t>
            </a:r>
          </a:p>
        </p:txBody>
      </p:sp>
      <p:sp>
        <p:nvSpPr>
          <p:cNvPr id="3" name="Espace réservé du contenu 2"/>
          <p:cNvSpPr>
            <a:spLocks noGrp="1"/>
          </p:cNvSpPr>
          <p:nvPr>
            <p:ph idx="1"/>
          </p:nvPr>
        </p:nvSpPr>
        <p:spPr>
          <a:xfrm>
            <a:off x="5911247" y="844185"/>
            <a:ext cx="8452136" cy="18129525"/>
          </a:xfrm>
        </p:spPr>
        <p:txBody>
          <a:bodyPr/>
          <a:lstStyle>
            <a:lvl1pPr>
              <a:defRPr sz="6861"/>
            </a:lvl1pPr>
            <a:lvl2pPr>
              <a:defRPr sz="6004"/>
            </a:lvl2pPr>
            <a:lvl3pPr>
              <a:defRPr sz="5146"/>
            </a:lvl3pPr>
            <a:lvl4pPr>
              <a:defRPr sz="4288"/>
            </a:lvl4pPr>
            <a:lvl5pPr>
              <a:defRPr sz="4288"/>
            </a:lvl5pPr>
            <a:lvl6pPr>
              <a:defRPr sz="4288"/>
            </a:lvl6pPr>
            <a:lvl7pPr>
              <a:defRPr sz="4288"/>
            </a:lvl7pPr>
            <a:lvl8pPr>
              <a:defRPr sz="4288"/>
            </a:lvl8pPr>
            <a:lvl9pPr>
              <a:defRPr sz="4288"/>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755968" y="4445580"/>
            <a:ext cx="4973287" cy="14528128"/>
          </a:xfrm>
        </p:spPr>
        <p:txBody>
          <a:bodyPr/>
          <a:lstStyle>
            <a:lvl1pPr marL="0" indent="0">
              <a:buNone/>
              <a:defRPr sz="3002"/>
            </a:lvl1pPr>
            <a:lvl2pPr marL="980328" indent="0">
              <a:buNone/>
              <a:defRPr sz="2573"/>
            </a:lvl2pPr>
            <a:lvl3pPr marL="1960656" indent="0">
              <a:buNone/>
              <a:defRPr sz="2144"/>
            </a:lvl3pPr>
            <a:lvl4pPr marL="2940985" indent="0">
              <a:buNone/>
              <a:defRPr sz="1930"/>
            </a:lvl4pPr>
            <a:lvl5pPr marL="3921313" indent="0">
              <a:buNone/>
              <a:defRPr sz="1930"/>
            </a:lvl5pPr>
            <a:lvl6pPr marL="4901641" indent="0">
              <a:buNone/>
              <a:defRPr sz="1930"/>
            </a:lvl6pPr>
            <a:lvl7pPr marL="5881969" indent="0">
              <a:buNone/>
              <a:defRPr sz="1930"/>
            </a:lvl7pPr>
            <a:lvl8pPr marL="6862298" indent="0">
              <a:buNone/>
              <a:defRPr sz="1930"/>
            </a:lvl8pPr>
            <a:lvl9pPr marL="7842626" indent="0">
              <a:buNone/>
              <a:defRPr sz="193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1285417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964374" y="14868525"/>
            <a:ext cx="9071610" cy="1756447"/>
          </a:xfrm>
        </p:spPr>
        <p:txBody>
          <a:bodyPr anchor="b"/>
          <a:lstStyle>
            <a:lvl1pPr algn="l">
              <a:defRPr sz="4288" b="1"/>
            </a:lvl1pPr>
          </a:lstStyle>
          <a:p>
            <a:r>
              <a:rPr lang="fr-FR"/>
              <a:t>Cliquez et modifiez le titre</a:t>
            </a:r>
          </a:p>
        </p:txBody>
      </p:sp>
      <p:sp>
        <p:nvSpPr>
          <p:cNvPr id="3" name="Espace réservé pour une image  2"/>
          <p:cNvSpPr>
            <a:spLocks noGrp="1"/>
          </p:cNvSpPr>
          <p:nvPr>
            <p:ph type="pic" idx="1"/>
          </p:nvPr>
        </p:nvSpPr>
        <p:spPr>
          <a:xfrm>
            <a:off x="2964374" y="1899413"/>
            <a:ext cx="9071610" cy="12744450"/>
          </a:xfrm>
        </p:spPr>
        <p:txBody>
          <a:bodyPr/>
          <a:lstStyle>
            <a:lvl1pPr marL="0" indent="0">
              <a:buNone/>
              <a:defRPr sz="6861"/>
            </a:lvl1pPr>
            <a:lvl2pPr marL="980328" indent="0">
              <a:buNone/>
              <a:defRPr sz="6004"/>
            </a:lvl2pPr>
            <a:lvl3pPr marL="1960656" indent="0">
              <a:buNone/>
              <a:defRPr sz="5146"/>
            </a:lvl3pPr>
            <a:lvl4pPr marL="2940985" indent="0">
              <a:buNone/>
              <a:defRPr sz="4288"/>
            </a:lvl4pPr>
            <a:lvl5pPr marL="3921313" indent="0">
              <a:buNone/>
              <a:defRPr sz="4288"/>
            </a:lvl5pPr>
            <a:lvl6pPr marL="4901641" indent="0">
              <a:buNone/>
              <a:defRPr sz="4288"/>
            </a:lvl6pPr>
            <a:lvl7pPr marL="5881969" indent="0">
              <a:buNone/>
              <a:defRPr sz="4288"/>
            </a:lvl7pPr>
            <a:lvl8pPr marL="6862298" indent="0">
              <a:buNone/>
              <a:defRPr sz="4288"/>
            </a:lvl8pPr>
            <a:lvl9pPr marL="7842626" indent="0">
              <a:buNone/>
              <a:defRPr sz="4288"/>
            </a:lvl9pPr>
          </a:lstStyle>
          <a:p>
            <a:endParaRPr lang="fr-FR"/>
          </a:p>
        </p:txBody>
      </p:sp>
      <p:sp>
        <p:nvSpPr>
          <p:cNvPr id="4" name="Espace réservé du texte 3"/>
          <p:cNvSpPr>
            <a:spLocks noGrp="1"/>
          </p:cNvSpPr>
          <p:nvPr>
            <p:ph type="body" sz="half" idx="2"/>
          </p:nvPr>
        </p:nvSpPr>
        <p:spPr>
          <a:xfrm>
            <a:off x="2964374" y="16624972"/>
            <a:ext cx="9071610" cy="2491703"/>
          </a:xfrm>
        </p:spPr>
        <p:txBody>
          <a:bodyPr/>
          <a:lstStyle>
            <a:lvl1pPr marL="0" indent="0">
              <a:buNone/>
              <a:defRPr sz="3002"/>
            </a:lvl1pPr>
            <a:lvl2pPr marL="980328" indent="0">
              <a:buNone/>
              <a:defRPr sz="2573"/>
            </a:lvl2pPr>
            <a:lvl3pPr marL="1960656" indent="0">
              <a:buNone/>
              <a:defRPr sz="2144"/>
            </a:lvl3pPr>
            <a:lvl4pPr marL="2940985" indent="0">
              <a:buNone/>
              <a:defRPr sz="1930"/>
            </a:lvl4pPr>
            <a:lvl5pPr marL="3921313" indent="0">
              <a:buNone/>
              <a:defRPr sz="1930"/>
            </a:lvl5pPr>
            <a:lvl6pPr marL="4901641" indent="0">
              <a:buNone/>
              <a:defRPr sz="1930"/>
            </a:lvl6pPr>
            <a:lvl7pPr marL="5881969" indent="0">
              <a:buNone/>
              <a:defRPr sz="1930"/>
            </a:lvl7pPr>
            <a:lvl8pPr marL="6862298" indent="0">
              <a:buNone/>
              <a:defRPr sz="1930"/>
            </a:lvl8pPr>
            <a:lvl9pPr marL="7842626" indent="0">
              <a:buNone/>
              <a:defRPr sz="193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3439540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42833821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10961529" y="850992"/>
            <a:ext cx="3401854" cy="18122717"/>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755967" y="850992"/>
            <a:ext cx="9869576" cy="181227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D05A290-EEC8-AA45-893E-68B7630F5009}" type="datetimeFigureOut">
              <a:rPr lang="fr-FR" smtClean="0"/>
              <a:pPr/>
              <a:t>07/07/2025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2FDFB71-09E7-1441-AB0E-A463589FF432}" type="slidenum">
              <a:rPr lang="fr-FR" smtClean="0"/>
              <a:pPr/>
              <a:t>‹N°›</a:t>
            </a:fld>
            <a:endParaRPr lang="fr-FR"/>
          </a:p>
        </p:txBody>
      </p:sp>
    </p:spTree>
    <p:extLst>
      <p:ext uri="{BB962C8B-B14F-4D97-AF65-F5344CB8AC3E}">
        <p14:creationId xmlns:p14="http://schemas.microsoft.com/office/powerpoint/2010/main" val="162473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50000">
              <a:schemeClr val="bg1">
                <a:tint val="80000"/>
                <a:satMod val="250000"/>
              </a:schemeClr>
            </a:gs>
            <a:gs pos="66000">
              <a:schemeClr val="bg1">
                <a:tint val="90000"/>
                <a:shade val="90000"/>
                <a:satMod val="200000"/>
              </a:schemeClr>
            </a:gs>
            <a:gs pos="92000">
              <a:schemeClr val="bg1">
                <a:tint val="90000"/>
                <a:shade val="70000"/>
                <a:satMod val="25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5968" y="0"/>
            <a:ext cx="13607415" cy="4956175"/>
          </a:xfrm>
          <a:prstGeom prst="rect">
            <a:avLst/>
          </a:prstGeom>
        </p:spPr>
        <p:txBody>
          <a:bodyPr vert="horz" lIns="91440" tIns="45720" rIns="91440" bIns="45720" rtlCol="0" anchor="b">
            <a:noAutofit/>
          </a:bodyPr>
          <a:lstStyle/>
          <a:p>
            <a:r>
              <a:rPr lang="fr-FR" dirty="0"/>
              <a:t>Cliquez et modifiez le titre</a:t>
            </a:r>
            <a:endParaRPr lang="en-US" dirty="0"/>
          </a:p>
        </p:txBody>
      </p:sp>
      <p:sp>
        <p:nvSpPr>
          <p:cNvPr id="3" name="Text Placeholder 2"/>
          <p:cNvSpPr>
            <a:spLocks noGrp="1"/>
          </p:cNvSpPr>
          <p:nvPr>
            <p:ph type="body" idx="1"/>
          </p:nvPr>
        </p:nvSpPr>
        <p:spPr>
          <a:xfrm>
            <a:off x="755968" y="4956177"/>
            <a:ext cx="13607415" cy="1401791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521620" y="19687031"/>
            <a:ext cx="3449101" cy="1130874"/>
          </a:xfrm>
          <a:prstGeom prst="rect">
            <a:avLst/>
          </a:prstGeom>
        </p:spPr>
        <p:txBody>
          <a:bodyPr vert="horz" lIns="91440" tIns="45720" rIns="45720" bIns="45720" rtlCol="0" anchor="ctr"/>
          <a:lstStyle>
            <a:lvl1pPr algn="r">
              <a:defRPr sz="2573">
                <a:solidFill>
                  <a:schemeClr val="tx1">
                    <a:lumMod val="65000"/>
                    <a:lumOff val="35000"/>
                  </a:schemeClr>
                </a:solidFill>
                <a:latin typeface="Century Gothic" pitchFamily="34" charset="0"/>
              </a:defRPr>
            </a:lvl1pPr>
          </a:lstStyle>
          <a:p>
            <a:pPr>
              <a:defRPr/>
            </a:pPr>
            <a:endParaRPr lang="fr-FR"/>
          </a:p>
        </p:txBody>
      </p:sp>
      <p:sp>
        <p:nvSpPr>
          <p:cNvPr id="5" name="Footer Placeholder 4"/>
          <p:cNvSpPr>
            <a:spLocks noGrp="1"/>
          </p:cNvSpPr>
          <p:nvPr>
            <p:ph type="ftr" sz="quarter" idx="3"/>
          </p:nvPr>
        </p:nvSpPr>
        <p:spPr>
          <a:xfrm>
            <a:off x="1089913" y="19687031"/>
            <a:ext cx="4709047" cy="1130874"/>
          </a:xfrm>
          <a:prstGeom prst="rect">
            <a:avLst/>
          </a:prstGeom>
        </p:spPr>
        <p:txBody>
          <a:bodyPr vert="horz" lIns="45720" tIns="45720" rIns="91440" bIns="45720" rtlCol="0" anchor="ctr"/>
          <a:lstStyle>
            <a:lvl1pPr algn="l">
              <a:defRPr sz="2573">
                <a:solidFill>
                  <a:schemeClr val="tx1">
                    <a:lumMod val="65000"/>
                    <a:lumOff val="35000"/>
                  </a:schemeClr>
                </a:solidFill>
                <a:latin typeface="Century Gothic" pitchFamily="34" charset="0"/>
              </a:defRPr>
            </a:lvl1pPr>
          </a:lstStyle>
          <a:p>
            <a:pPr>
              <a:defRPr/>
            </a:pPr>
            <a:endParaRPr lang="fr-FR"/>
          </a:p>
        </p:txBody>
      </p:sp>
      <p:sp>
        <p:nvSpPr>
          <p:cNvPr id="6" name="Slide Number Placeholder 5"/>
          <p:cNvSpPr>
            <a:spLocks noGrp="1"/>
          </p:cNvSpPr>
          <p:nvPr>
            <p:ph type="sldNum" sz="quarter" idx="4"/>
          </p:nvPr>
        </p:nvSpPr>
        <p:spPr>
          <a:xfrm>
            <a:off x="14126075" y="19687031"/>
            <a:ext cx="929210" cy="1130874"/>
          </a:xfrm>
          <a:prstGeom prst="rect">
            <a:avLst/>
          </a:prstGeom>
        </p:spPr>
        <p:txBody>
          <a:bodyPr vert="horz" lIns="27432" tIns="45720" rIns="45720" bIns="45720" rtlCol="0" anchor="ctr"/>
          <a:lstStyle>
            <a:lvl1pPr algn="l">
              <a:defRPr sz="2573">
                <a:solidFill>
                  <a:schemeClr val="tx1">
                    <a:lumMod val="65000"/>
                    <a:lumOff val="35000"/>
                  </a:schemeClr>
                </a:solidFill>
                <a:latin typeface="Century Gothic" pitchFamily="34" charset="0"/>
              </a:defRPr>
            </a:lvl1pPr>
          </a:lstStyle>
          <a:p>
            <a:fld id="{7F7248DA-52A5-564E-97EF-5C7B8DFA2BD4}" type="slidenum">
              <a:rPr lang="fr-FR" smtClean="0"/>
              <a:pPr/>
              <a:t>‹N°›</a:t>
            </a:fld>
            <a:endParaRPr lang="fr-FR"/>
          </a:p>
        </p:txBody>
      </p:sp>
      <p:sp>
        <p:nvSpPr>
          <p:cNvPr id="7" name="Oval 6"/>
          <p:cNvSpPr/>
          <p:nvPr/>
        </p:nvSpPr>
        <p:spPr>
          <a:xfrm>
            <a:off x="13984672" y="20130036"/>
            <a:ext cx="140168" cy="262557"/>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960656" rtl="0" eaLnBrk="1" latinLnBrk="0" hangingPunct="1"/>
            <a:endParaRPr lang="en-US" sz="3860" kern="1200">
              <a:solidFill>
                <a:schemeClr val="lt1"/>
              </a:solidFill>
              <a:latin typeface="+mn-lt"/>
              <a:ea typeface="+mn-ea"/>
              <a:cs typeface="+mn-cs"/>
            </a:endParaRPr>
          </a:p>
        </p:txBody>
      </p:sp>
      <p:sp>
        <p:nvSpPr>
          <p:cNvPr id="8" name="Oval 7"/>
          <p:cNvSpPr/>
          <p:nvPr/>
        </p:nvSpPr>
        <p:spPr>
          <a:xfrm>
            <a:off x="941023" y="20130036"/>
            <a:ext cx="140168" cy="262557"/>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8"/>
          <p:cNvSpPr txBox="1"/>
          <p:nvPr userDrawn="1"/>
        </p:nvSpPr>
        <p:spPr>
          <a:xfrm>
            <a:off x="14852560" y="1143733"/>
            <a:ext cx="184731" cy="369332"/>
          </a:xfrm>
          <a:prstGeom prst="rect">
            <a:avLst/>
          </a:prstGeom>
          <a:noFill/>
        </p:spPr>
        <p:txBody>
          <a:bodyPr wrap="none" rtlCol="0">
            <a:spAutoFit/>
          </a:bodyPr>
          <a:lstStyle/>
          <a:p>
            <a:endParaRPr lang="fr-FR" dirty="0"/>
          </a:p>
        </p:txBody>
      </p:sp>
      <p:sp>
        <p:nvSpPr>
          <p:cNvPr id="10" name="ZoneTexte 9"/>
          <p:cNvSpPr txBox="1"/>
          <p:nvPr userDrawn="1"/>
        </p:nvSpPr>
        <p:spPr>
          <a:xfrm>
            <a:off x="14908558" y="544635"/>
            <a:ext cx="184731" cy="369332"/>
          </a:xfrm>
          <a:prstGeom prst="rect">
            <a:avLst/>
          </a:prstGeom>
          <a:noFill/>
        </p:spPr>
        <p:txBody>
          <a:bodyPr wrap="none" rtlCol="0">
            <a:spAutoFit/>
          </a:bodyPr>
          <a:lstStyle/>
          <a:p>
            <a:endParaRPr lang="fr-FR" dirty="0"/>
          </a:p>
        </p:txBody>
      </p:sp>
      <p:pic>
        <p:nvPicPr>
          <p:cNvPr id="11" name="Image 10" descr="Capture d’écran 2014-06-16 à 14.59.56.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3567358" y="20038883"/>
            <a:ext cx="634896" cy="553623"/>
          </a:xfrm>
          <a:prstGeom prst="rect">
            <a:avLst/>
          </a:prstGeom>
        </p:spPr>
      </p:pic>
      <p:pic>
        <p:nvPicPr>
          <p:cNvPr id="12" name="Image 11" descr="Capture d’écran 2014-06-16 à 14.59.56.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56844" y="20038883"/>
            <a:ext cx="634896" cy="553623"/>
          </a:xfrm>
          <a:prstGeom prst="rect">
            <a:avLst/>
          </a:prstGeom>
        </p:spPr>
      </p:pic>
    </p:spTree>
  </p:cSld>
  <p:clrMap bg1="lt1" tx1="dk1" bg2="lt2" tx2="dk2" accent1="accent1" accent2="accent2" accent3="accent3" accent4="accent4" accent5="accent5" accent6="accent6" hlink="hlink" folHlink="folHlink"/>
  <p:sldLayoutIdLst>
    <p:sldLayoutId id="2147483957"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Lst>
  <p:txStyles>
    <p:titleStyle>
      <a:lvl1pPr algn="ctr" defTabSz="1960656" rtl="0" eaLnBrk="1" latinLnBrk="0" hangingPunct="1">
        <a:lnSpc>
          <a:spcPts val="12436"/>
        </a:lnSpc>
        <a:spcBef>
          <a:spcPct val="0"/>
        </a:spcBef>
        <a:buNone/>
        <a:defRPr sz="11579"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735246" indent="-735246" algn="l" defTabSz="1960656" rtl="0" eaLnBrk="1" latinLnBrk="0" hangingPunct="1">
        <a:spcBef>
          <a:spcPct val="20000"/>
        </a:spcBef>
        <a:buFont typeface="Arial" pitchFamily="34" charset="0"/>
        <a:buChar char="•"/>
        <a:defRPr sz="5146" kern="1200">
          <a:solidFill>
            <a:schemeClr val="tx1">
              <a:lumMod val="50000"/>
              <a:lumOff val="50000"/>
            </a:schemeClr>
          </a:solidFill>
          <a:latin typeface="+mj-lt"/>
          <a:ea typeface="+mn-ea"/>
          <a:cs typeface="+mn-cs"/>
        </a:defRPr>
      </a:lvl1pPr>
      <a:lvl2pPr marL="1593033" indent="-612705" algn="l" defTabSz="1960656" rtl="0" eaLnBrk="1" latinLnBrk="0" hangingPunct="1">
        <a:spcBef>
          <a:spcPct val="20000"/>
        </a:spcBef>
        <a:buFont typeface="Courier New" pitchFamily="49" charset="0"/>
        <a:buChar char="o"/>
        <a:defRPr sz="3431" kern="1200">
          <a:solidFill>
            <a:schemeClr val="tx1">
              <a:lumMod val="50000"/>
              <a:lumOff val="50000"/>
            </a:schemeClr>
          </a:solidFill>
          <a:latin typeface="+mj-lt"/>
          <a:ea typeface="+mn-ea"/>
          <a:cs typeface="+mn-cs"/>
        </a:defRPr>
      </a:lvl2pPr>
      <a:lvl3pPr marL="2450821" indent="-490164" algn="l" defTabSz="1960656" rtl="0" eaLnBrk="1" latinLnBrk="0" hangingPunct="1">
        <a:spcBef>
          <a:spcPct val="20000"/>
        </a:spcBef>
        <a:buFont typeface="Arial" pitchFamily="34" charset="0"/>
        <a:buChar char="•"/>
        <a:defRPr sz="3431" kern="1200">
          <a:solidFill>
            <a:schemeClr val="tx1">
              <a:lumMod val="50000"/>
              <a:lumOff val="50000"/>
            </a:schemeClr>
          </a:solidFill>
          <a:latin typeface="+mj-lt"/>
          <a:ea typeface="+mn-ea"/>
          <a:cs typeface="+mn-cs"/>
        </a:defRPr>
      </a:lvl3pPr>
      <a:lvl4pPr marL="3431149" indent="-490164" algn="l" defTabSz="1960656" rtl="0" eaLnBrk="1" latinLnBrk="0" hangingPunct="1">
        <a:spcBef>
          <a:spcPct val="20000"/>
        </a:spcBef>
        <a:buFont typeface="Courier New" pitchFamily="49" charset="0"/>
        <a:buChar char="o"/>
        <a:defRPr sz="3431" kern="1200">
          <a:solidFill>
            <a:schemeClr val="tx1">
              <a:lumMod val="50000"/>
              <a:lumOff val="50000"/>
            </a:schemeClr>
          </a:solidFill>
          <a:latin typeface="+mj-lt"/>
          <a:ea typeface="+mn-ea"/>
          <a:cs typeface="+mn-cs"/>
        </a:defRPr>
      </a:lvl4pPr>
      <a:lvl5pPr marL="4411477" indent="-490164" algn="l" defTabSz="1960656" rtl="0" eaLnBrk="1" latinLnBrk="0" hangingPunct="1">
        <a:spcBef>
          <a:spcPct val="20000"/>
        </a:spcBef>
        <a:buFont typeface="Arial" pitchFamily="34" charset="0"/>
        <a:buChar char="•"/>
        <a:defRPr sz="3431" kern="1200">
          <a:solidFill>
            <a:schemeClr val="tx1">
              <a:lumMod val="50000"/>
              <a:lumOff val="50000"/>
            </a:schemeClr>
          </a:solidFill>
          <a:latin typeface="+mj-lt"/>
          <a:ea typeface="+mn-ea"/>
          <a:cs typeface="+mn-cs"/>
        </a:defRPr>
      </a:lvl5pPr>
      <a:lvl6pPr marL="5391805" indent="-490164" algn="l" defTabSz="1960656" rtl="0" eaLnBrk="1" latinLnBrk="0" hangingPunct="1">
        <a:spcBef>
          <a:spcPct val="20000"/>
        </a:spcBef>
        <a:buFont typeface="Courier New" pitchFamily="49" charset="0"/>
        <a:buChar char="o"/>
        <a:defRPr sz="3431" kern="1200">
          <a:solidFill>
            <a:schemeClr val="tx1">
              <a:lumMod val="50000"/>
              <a:lumOff val="50000"/>
            </a:schemeClr>
          </a:solidFill>
          <a:latin typeface="+mj-lt"/>
          <a:ea typeface="+mn-ea"/>
          <a:cs typeface="+mn-cs"/>
        </a:defRPr>
      </a:lvl6pPr>
      <a:lvl7pPr marL="6372134" indent="-490164" algn="l" defTabSz="1960656" rtl="0" eaLnBrk="1" latinLnBrk="0" hangingPunct="1">
        <a:spcBef>
          <a:spcPct val="20000"/>
        </a:spcBef>
        <a:buFont typeface="Arial" pitchFamily="34" charset="0"/>
        <a:buChar char="•"/>
        <a:defRPr sz="3431" kern="1200">
          <a:solidFill>
            <a:schemeClr val="tx1">
              <a:lumMod val="50000"/>
              <a:lumOff val="50000"/>
            </a:schemeClr>
          </a:solidFill>
          <a:latin typeface="+mj-lt"/>
          <a:ea typeface="+mn-ea"/>
          <a:cs typeface="+mn-cs"/>
        </a:defRPr>
      </a:lvl7pPr>
      <a:lvl8pPr marL="7352462" indent="-490164" algn="l" defTabSz="1960656" rtl="0" eaLnBrk="1" latinLnBrk="0" hangingPunct="1">
        <a:spcBef>
          <a:spcPct val="20000"/>
        </a:spcBef>
        <a:buFont typeface="Courier New" pitchFamily="49" charset="0"/>
        <a:buChar char="o"/>
        <a:defRPr sz="3431" kern="1200">
          <a:solidFill>
            <a:schemeClr val="tx1">
              <a:lumMod val="50000"/>
              <a:lumOff val="50000"/>
            </a:schemeClr>
          </a:solidFill>
          <a:latin typeface="+mj-lt"/>
          <a:ea typeface="+mn-ea"/>
          <a:cs typeface="+mn-cs"/>
        </a:defRPr>
      </a:lvl8pPr>
      <a:lvl9pPr marL="8332790" indent="-490164" algn="l" defTabSz="1960656" rtl="0" eaLnBrk="1" latinLnBrk="0" hangingPunct="1">
        <a:spcBef>
          <a:spcPct val="20000"/>
        </a:spcBef>
        <a:buFont typeface="Arial" pitchFamily="34" charset="0"/>
        <a:buChar char="•"/>
        <a:defRPr sz="3431" kern="1200">
          <a:solidFill>
            <a:schemeClr val="tx1">
              <a:lumMod val="50000"/>
              <a:lumOff val="50000"/>
            </a:schemeClr>
          </a:solidFill>
          <a:latin typeface="+mj-lt"/>
          <a:ea typeface="+mn-ea"/>
          <a:cs typeface="+mn-cs"/>
        </a:defRPr>
      </a:lvl9pPr>
    </p:bodyStyle>
    <p:otherStyle>
      <a:defPPr>
        <a:defRPr lang="en-US"/>
      </a:defPPr>
      <a:lvl1pPr marL="0" algn="l" defTabSz="1960656" rtl="0" eaLnBrk="1" latinLnBrk="0" hangingPunct="1">
        <a:defRPr sz="3860" kern="1200">
          <a:solidFill>
            <a:schemeClr val="tx1"/>
          </a:solidFill>
          <a:latin typeface="+mn-lt"/>
          <a:ea typeface="+mn-ea"/>
          <a:cs typeface="+mn-cs"/>
        </a:defRPr>
      </a:lvl1pPr>
      <a:lvl2pPr marL="980328" algn="l" defTabSz="1960656" rtl="0" eaLnBrk="1" latinLnBrk="0" hangingPunct="1">
        <a:defRPr sz="3860" kern="1200">
          <a:solidFill>
            <a:schemeClr val="tx1"/>
          </a:solidFill>
          <a:latin typeface="+mn-lt"/>
          <a:ea typeface="+mn-ea"/>
          <a:cs typeface="+mn-cs"/>
        </a:defRPr>
      </a:lvl2pPr>
      <a:lvl3pPr marL="1960656" algn="l" defTabSz="1960656" rtl="0" eaLnBrk="1" latinLnBrk="0" hangingPunct="1">
        <a:defRPr sz="3860" kern="1200">
          <a:solidFill>
            <a:schemeClr val="tx1"/>
          </a:solidFill>
          <a:latin typeface="+mn-lt"/>
          <a:ea typeface="+mn-ea"/>
          <a:cs typeface="+mn-cs"/>
        </a:defRPr>
      </a:lvl3pPr>
      <a:lvl4pPr marL="2940985" algn="l" defTabSz="1960656" rtl="0" eaLnBrk="1" latinLnBrk="0" hangingPunct="1">
        <a:defRPr sz="3860" kern="1200">
          <a:solidFill>
            <a:schemeClr val="tx1"/>
          </a:solidFill>
          <a:latin typeface="+mn-lt"/>
          <a:ea typeface="+mn-ea"/>
          <a:cs typeface="+mn-cs"/>
        </a:defRPr>
      </a:lvl4pPr>
      <a:lvl5pPr marL="3921313" algn="l" defTabSz="1960656" rtl="0" eaLnBrk="1" latinLnBrk="0" hangingPunct="1">
        <a:defRPr sz="3860" kern="1200">
          <a:solidFill>
            <a:schemeClr val="tx1"/>
          </a:solidFill>
          <a:latin typeface="+mn-lt"/>
          <a:ea typeface="+mn-ea"/>
          <a:cs typeface="+mn-cs"/>
        </a:defRPr>
      </a:lvl5pPr>
      <a:lvl6pPr marL="4901641" algn="l" defTabSz="1960656" rtl="0" eaLnBrk="1" latinLnBrk="0" hangingPunct="1">
        <a:defRPr sz="3860" kern="1200">
          <a:solidFill>
            <a:schemeClr val="tx1"/>
          </a:solidFill>
          <a:latin typeface="+mn-lt"/>
          <a:ea typeface="+mn-ea"/>
          <a:cs typeface="+mn-cs"/>
        </a:defRPr>
      </a:lvl6pPr>
      <a:lvl7pPr marL="5881969" algn="l" defTabSz="1960656" rtl="0" eaLnBrk="1" latinLnBrk="0" hangingPunct="1">
        <a:defRPr sz="3860" kern="1200">
          <a:solidFill>
            <a:schemeClr val="tx1"/>
          </a:solidFill>
          <a:latin typeface="+mn-lt"/>
          <a:ea typeface="+mn-ea"/>
          <a:cs typeface="+mn-cs"/>
        </a:defRPr>
      </a:lvl7pPr>
      <a:lvl8pPr marL="6862298" algn="l" defTabSz="1960656" rtl="0" eaLnBrk="1" latinLnBrk="0" hangingPunct="1">
        <a:defRPr sz="3860" kern="1200">
          <a:solidFill>
            <a:schemeClr val="tx1"/>
          </a:solidFill>
          <a:latin typeface="+mn-lt"/>
          <a:ea typeface="+mn-ea"/>
          <a:cs typeface="+mn-cs"/>
        </a:defRPr>
      </a:lvl8pPr>
      <a:lvl9pPr marL="7842626" algn="l" defTabSz="1960656" rtl="0" eaLnBrk="1" latinLnBrk="0" hangingPunct="1">
        <a:defRPr sz="38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755968" y="850992"/>
            <a:ext cx="13607415" cy="3540125"/>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755968" y="4956176"/>
            <a:ext cx="13607415" cy="1401753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755968" y="19688541"/>
            <a:ext cx="3527848" cy="1130117"/>
          </a:xfrm>
          <a:prstGeom prst="rect">
            <a:avLst/>
          </a:prstGeom>
        </p:spPr>
        <p:txBody>
          <a:bodyPr vert="horz" lIns="91440" tIns="45720" rIns="91440" bIns="45720" rtlCol="0" anchor="ctr"/>
          <a:lstStyle>
            <a:lvl1pPr algn="l">
              <a:defRPr sz="2573">
                <a:solidFill>
                  <a:schemeClr val="tx1">
                    <a:tint val="75000"/>
                  </a:schemeClr>
                </a:solidFill>
              </a:defRPr>
            </a:lvl1pPr>
          </a:lstStyle>
          <a:p>
            <a:fld id="{AD05A290-EEC8-AA45-893E-68B7630F5009}" type="datetimeFigureOut">
              <a:rPr lang="fr-FR" smtClean="0"/>
              <a:pPr/>
              <a:t>07/07/2025</a:t>
            </a:fld>
            <a:endParaRPr lang="fr-FR"/>
          </a:p>
        </p:txBody>
      </p:sp>
      <p:sp>
        <p:nvSpPr>
          <p:cNvPr id="5" name="Espace réservé du pied de page 4"/>
          <p:cNvSpPr>
            <a:spLocks noGrp="1"/>
          </p:cNvSpPr>
          <p:nvPr>
            <p:ph type="ftr" sz="quarter" idx="3"/>
          </p:nvPr>
        </p:nvSpPr>
        <p:spPr>
          <a:xfrm>
            <a:off x="5165778" y="19688541"/>
            <a:ext cx="4787794" cy="1130117"/>
          </a:xfrm>
          <a:prstGeom prst="rect">
            <a:avLst/>
          </a:prstGeom>
        </p:spPr>
        <p:txBody>
          <a:bodyPr vert="horz" lIns="91440" tIns="45720" rIns="91440" bIns="45720" rtlCol="0" anchor="ctr"/>
          <a:lstStyle>
            <a:lvl1pPr algn="ctr">
              <a:defRPr sz="2573">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10835534" y="19688541"/>
            <a:ext cx="3527848" cy="1130117"/>
          </a:xfrm>
          <a:prstGeom prst="rect">
            <a:avLst/>
          </a:prstGeom>
        </p:spPr>
        <p:txBody>
          <a:bodyPr vert="horz" lIns="91440" tIns="45720" rIns="91440" bIns="45720" rtlCol="0" anchor="ctr"/>
          <a:lstStyle>
            <a:lvl1pPr algn="r">
              <a:defRPr sz="2573">
                <a:solidFill>
                  <a:schemeClr val="tx1">
                    <a:tint val="75000"/>
                  </a:schemeClr>
                </a:solidFill>
              </a:defRPr>
            </a:lvl1pPr>
          </a:lstStyle>
          <a:p>
            <a:fld id="{52FDFB71-09E7-1441-AB0E-A463589FF432}" type="slidenum">
              <a:rPr lang="fr-FR" smtClean="0"/>
              <a:pPr/>
              <a:t>‹N°›</a:t>
            </a:fld>
            <a:endParaRPr lang="fr-FR"/>
          </a:p>
        </p:txBody>
      </p:sp>
    </p:spTree>
    <p:extLst>
      <p:ext uri="{BB962C8B-B14F-4D97-AF65-F5344CB8AC3E}">
        <p14:creationId xmlns:p14="http://schemas.microsoft.com/office/powerpoint/2010/main" val="781214021"/>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Lst>
  <p:txStyles>
    <p:titleStyle>
      <a:lvl1pPr algn="ctr" defTabSz="980328" rtl="0" eaLnBrk="1" latinLnBrk="0" hangingPunct="1">
        <a:spcBef>
          <a:spcPct val="0"/>
        </a:spcBef>
        <a:buNone/>
        <a:defRPr sz="9434" kern="1200">
          <a:solidFill>
            <a:schemeClr val="tx1"/>
          </a:solidFill>
          <a:latin typeface="+mj-lt"/>
          <a:ea typeface="+mj-ea"/>
          <a:cs typeface="+mj-cs"/>
        </a:defRPr>
      </a:lvl1pPr>
    </p:titleStyle>
    <p:bodyStyle>
      <a:lvl1pPr marL="735246" indent="-735246" algn="l" defTabSz="980328" rtl="0" eaLnBrk="1" latinLnBrk="0" hangingPunct="1">
        <a:spcBef>
          <a:spcPct val="20000"/>
        </a:spcBef>
        <a:buFont typeface="Arial"/>
        <a:buChar char="•"/>
        <a:defRPr sz="6861" kern="1200">
          <a:solidFill>
            <a:schemeClr val="tx1"/>
          </a:solidFill>
          <a:latin typeface="+mn-lt"/>
          <a:ea typeface="+mn-ea"/>
          <a:cs typeface="+mn-cs"/>
        </a:defRPr>
      </a:lvl1pPr>
      <a:lvl2pPr marL="1593033" indent="-612705" algn="l" defTabSz="980328" rtl="0" eaLnBrk="1" latinLnBrk="0" hangingPunct="1">
        <a:spcBef>
          <a:spcPct val="20000"/>
        </a:spcBef>
        <a:buFont typeface="Arial"/>
        <a:buChar char="–"/>
        <a:defRPr sz="6004" kern="1200">
          <a:solidFill>
            <a:schemeClr val="tx1"/>
          </a:solidFill>
          <a:latin typeface="+mn-lt"/>
          <a:ea typeface="+mn-ea"/>
          <a:cs typeface="+mn-cs"/>
        </a:defRPr>
      </a:lvl2pPr>
      <a:lvl3pPr marL="2450821" indent="-490164" algn="l" defTabSz="980328" rtl="0" eaLnBrk="1" latinLnBrk="0" hangingPunct="1">
        <a:spcBef>
          <a:spcPct val="20000"/>
        </a:spcBef>
        <a:buFont typeface="Arial"/>
        <a:buChar char="•"/>
        <a:defRPr sz="5146" kern="1200">
          <a:solidFill>
            <a:schemeClr val="tx1"/>
          </a:solidFill>
          <a:latin typeface="+mn-lt"/>
          <a:ea typeface="+mn-ea"/>
          <a:cs typeface="+mn-cs"/>
        </a:defRPr>
      </a:lvl3pPr>
      <a:lvl4pPr marL="3431149" indent="-490164" algn="l" defTabSz="980328" rtl="0" eaLnBrk="1" latinLnBrk="0" hangingPunct="1">
        <a:spcBef>
          <a:spcPct val="20000"/>
        </a:spcBef>
        <a:buFont typeface="Arial"/>
        <a:buChar char="–"/>
        <a:defRPr sz="4288" kern="1200">
          <a:solidFill>
            <a:schemeClr val="tx1"/>
          </a:solidFill>
          <a:latin typeface="+mn-lt"/>
          <a:ea typeface="+mn-ea"/>
          <a:cs typeface="+mn-cs"/>
        </a:defRPr>
      </a:lvl4pPr>
      <a:lvl5pPr marL="4411477" indent="-490164" algn="l" defTabSz="980328" rtl="0" eaLnBrk="1" latinLnBrk="0" hangingPunct="1">
        <a:spcBef>
          <a:spcPct val="20000"/>
        </a:spcBef>
        <a:buFont typeface="Arial"/>
        <a:buChar char="»"/>
        <a:defRPr sz="4288" kern="1200">
          <a:solidFill>
            <a:schemeClr val="tx1"/>
          </a:solidFill>
          <a:latin typeface="+mn-lt"/>
          <a:ea typeface="+mn-ea"/>
          <a:cs typeface="+mn-cs"/>
        </a:defRPr>
      </a:lvl5pPr>
      <a:lvl6pPr marL="5391805" indent="-490164" algn="l" defTabSz="980328" rtl="0" eaLnBrk="1" latinLnBrk="0" hangingPunct="1">
        <a:spcBef>
          <a:spcPct val="20000"/>
        </a:spcBef>
        <a:buFont typeface="Arial"/>
        <a:buChar char="•"/>
        <a:defRPr sz="4288" kern="1200">
          <a:solidFill>
            <a:schemeClr val="tx1"/>
          </a:solidFill>
          <a:latin typeface="+mn-lt"/>
          <a:ea typeface="+mn-ea"/>
          <a:cs typeface="+mn-cs"/>
        </a:defRPr>
      </a:lvl6pPr>
      <a:lvl7pPr marL="6372134" indent="-490164" algn="l" defTabSz="980328" rtl="0" eaLnBrk="1" latinLnBrk="0" hangingPunct="1">
        <a:spcBef>
          <a:spcPct val="20000"/>
        </a:spcBef>
        <a:buFont typeface="Arial"/>
        <a:buChar char="•"/>
        <a:defRPr sz="4288" kern="1200">
          <a:solidFill>
            <a:schemeClr val="tx1"/>
          </a:solidFill>
          <a:latin typeface="+mn-lt"/>
          <a:ea typeface="+mn-ea"/>
          <a:cs typeface="+mn-cs"/>
        </a:defRPr>
      </a:lvl7pPr>
      <a:lvl8pPr marL="7352462" indent="-490164" algn="l" defTabSz="980328" rtl="0" eaLnBrk="1" latinLnBrk="0" hangingPunct="1">
        <a:spcBef>
          <a:spcPct val="20000"/>
        </a:spcBef>
        <a:buFont typeface="Arial"/>
        <a:buChar char="•"/>
        <a:defRPr sz="4288" kern="1200">
          <a:solidFill>
            <a:schemeClr val="tx1"/>
          </a:solidFill>
          <a:latin typeface="+mn-lt"/>
          <a:ea typeface="+mn-ea"/>
          <a:cs typeface="+mn-cs"/>
        </a:defRPr>
      </a:lvl8pPr>
      <a:lvl9pPr marL="8332790" indent="-490164" algn="l" defTabSz="980328" rtl="0" eaLnBrk="1" latinLnBrk="0" hangingPunct="1">
        <a:spcBef>
          <a:spcPct val="20000"/>
        </a:spcBef>
        <a:buFont typeface="Arial"/>
        <a:buChar char="•"/>
        <a:defRPr sz="4288" kern="1200">
          <a:solidFill>
            <a:schemeClr val="tx1"/>
          </a:solidFill>
          <a:latin typeface="+mn-lt"/>
          <a:ea typeface="+mn-ea"/>
          <a:cs typeface="+mn-cs"/>
        </a:defRPr>
      </a:lvl9pPr>
    </p:bodyStyle>
    <p:otherStyle>
      <a:defPPr>
        <a:defRPr lang="fr-FR"/>
      </a:defPPr>
      <a:lvl1pPr marL="0" algn="l" defTabSz="980328" rtl="0" eaLnBrk="1" latinLnBrk="0" hangingPunct="1">
        <a:defRPr sz="3860" kern="1200">
          <a:solidFill>
            <a:schemeClr val="tx1"/>
          </a:solidFill>
          <a:latin typeface="+mn-lt"/>
          <a:ea typeface="+mn-ea"/>
          <a:cs typeface="+mn-cs"/>
        </a:defRPr>
      </a:lvl1pPr>
      <a:lvl2pPr marL="980328" algn="l" defTabSz="980328" rtl="0" eaLnBrk="1" latinLnBrk="0" hangingPunct="1">
        <a:defRPr sz="3860" kern="1200">
          <a:solidFill>
            <a:schemeClr val="tx1"/>
          </a:solidFill>
          <a:latin typeface="+mn-lt"/>
          <a:ea typeface="+mn-ea"/>
          <a:cs typeface="+mn-cs"/>
        </a:defRPr>
      </a:lvl2pPr>
      <a:lvl3pPr marL="1960656" algn="l" defTabSz="980328" rtl="0" eaLnBrk="1" latinLnBrk="0" hangingPunct="1">
        <a:defRPr sz="3860" kern="1200">
          <a:solidFill>
            <a:schemeClr val="tx1"/>
          </a:solidFill>
          <a:latin typeface="+mn-lt"/>
          <a:ea typeface="+mn-ea"/>
          <a:cs typeface="+mn-cs"/>
        </a:defRPr>
      </a:lvl3pPr>
      <a:lvl4pPr marL="2940985" algn="l" defTabSz="980328" rtl="0" eaLnBrk="1" latinLnBrk="0" hangingPunct="1">
        <a:defRPr sz="3860" kern="1200">
          <a:solidFill>
            <a:schemeClr val="tx1"/>
          </a:solidFill>
          <a:latin typeface="+mn-lt"/>
          <a:ea typeface="+mn-ea"/>
          <a:cs typeface="+mn-cs"/>
        </a:defRPr>
      </a:lvl4pPr>
      <a:lvl5pPr marL="3921313" algn="l" defTabSz="980328" rtl="0" eaLnBrk="1" latinLnBrk="0" hangingPunct="1">
        <a:defRPr sz="3860" kern="1200">
          <a:solidFill>
            <a:schemeClr val="tx1"/>
          </a:solidFill>
          <a:latin typeface="+mn-lt"/>
          <a:ea typeface="+mn-ea"/>
          <a:cs typeface="+mn-cs"/>
        </a:defRPr>
      </a:lvl5pPr>
      <a:lvl6pPr marL="4901641" algn="l" defTabSz="980328" rtl="0" eaLnBrk="1" latinLnBrk="0" hangingPunct="1">
        <a:defRPr sz="3860" kern="1200">
          <a:solidFill>
            <a:schemeClr val="tx1"/>
          </a:solidFill>
          <a:latin typeface="+mn-lt"/>
          <a:ea typeface="+mn-ea"/>
          <a:cs typeface="+mn-cs"/>
        </a:defRPr>
      </a:lvl6pPr>
      <a:lvl7pPr marL="5881969" algn="l" defTabSz="980328" rtl="0" eaLnBrk="1" latinLnBrk="0" hangingPunct="1">
        <a:defRPr sz="3860" kern="1200">
          <a:solidFill>
            <a:schemeClr val="tx1"/>
          </a:solidFill>
          <a:latin typeface="+mn-lt"/>
          <a:ea typeface="+mn-ea"/>
          <a:cs typeface="+mn-cs"/>
        </a:defRPr>
      </a:lvl7pPr>
      <a:lvl8pPr marL="6862298" algn="l" defTabSz="980328" rtl="0" eaLnBrk="1" latinLnBrk="0" hangingPunct="1">
        <a:defRPr sz="3860" kern="1200">
          <a:solidFill>
            <a:schemeClr val="tx1"/>
          </a:solidFill>
          <a:latin typeface="+mn-lt"/>
          <a:ea typeface="+mn-ea"/>
          <a:cs typeface="+mn-cs"/>
        </a:defRPr>
      </a:lvl8pPr>
      <a:lvl9pPr marL="7842626" algn="l" defTabSz="980328" rtl="0" eaLnBrk="1" latinLnBrk="0" hangingPunct="1">
        <a:defRPr sz="38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Rectangle 183"/>
          <p:cNvSpPr/>
          <p:nvPr/>
        </p:nvSpPr>
        <p:spPr>
          <a:xfrm>
            <a:off x="370868" y="247083"/>
            <a:ext cx="14354525" cy="2779943"/>
          </a:xfrm>
          <a:prstGeom prst="rect">
            <a:avLst/>
          </a:prstGeom>
          <a:solidFill>
            <a:schemeClr val="l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2056" name="Rectangle 91"/>
          <p:cNvSpPr>
            <a:spLocks noChangeArrowheads="1"/>
          </p:cNvSpPr>
          <p:nvPr/>
        </p:nvSpPr>
        <p:spPr bwMode="auto">
          <a:xfrm>
            <a:off x="425961" y="3112457"/>
            <a:ext cx="14354525" cy="17833404"/>
          </a:xfrm>
          <a:prstGeom prst="rect">
            <a:avLst/>
          </a:prstGeom>
          <a:solidFill>
            <a:schemeClr val="lt1">
              <a:alpha val="0"/>
            </a:schemeClr>
          </a:solidFill>
          <a:ln w="12700" cmpd="sng">
            <a:headEnd/>
            <a:tailEnd/>
          </a:ln>
        </p:spPr>
        <p:style>
          <a:lnRef idx="2">
            <a:schemeClr val="dk1"/>
          </a:lnRef>
          <a:fillRef idx="1">
            <a:schemeClr val="lt1"/>
          </a:fillRef>
          <a:effectRef idx="0">
            <a:schemeClr val="dk1"/>
          </a:effectRef>
          <a:fontRef idx="minor">
            <a:schemeClr val="dk1"/>
          </a:fontRef>
        </p:style>
        <p:txBody>
          <a:bodyPr wrap="none" anchor="t"/>
          <a:lstStyle/>
          <a:p>
            <a:pPr algn="l"/>
            <a:endParaRPr lang="fr-FR" sz="2573" dirty="0"/>
          </a:p>
          <a:p>
            <a:pPr algn="l"/>
            <a:endParaRPr lang="fr-FR" sz="2573" dirty="0"/>
          </a:p>
        </p:txBody>
      </p:sp>
      <p:sp>
        <p:nvSpPr>
          <p:cNvPr id="2065" name="Rectangle 1261"/>
          <p:cNvSpPr>
            <a:spLocks noChangeArrowheads="1"/>
          </p:cNvSpPr>
          <p:nvPr/>
        </p:nvSpPr>
        <p:spPr bwMode="auto">
          <a:xfrm>
            <a:off x="614881" y="739395"/>
            <a:ext cx="13976686"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p>
            <a:r>
              <a:rPr lang="fr-FR" sz="2000" b="1" dirty="0"/>
              <a:t>Conception et réalisation d'une pince à trois doigts souples</a:t>
            </a:r>
            <a:endParaRPr lang="en-US" altLang="zh-CN" sz="4000" b="1" dirty="0">
              <a:latin typeface="Arial" pitchFamily="34" charset="0"/>
              <a:ea typeface="宋体" pitchFamily="2" charset="-122"/>
              <a:cs typeface="Arial" pitchFamily="34" charset="0"/>
            </a:endParaRPr>
          </a:p>
        </p:txBody>
      </p:sp>
      <p:sp>
        <p:nvSpPr>
          <p:cNvPr id="7" name="Rectangle 6"/>
          <p:cNvSpPr>
            <a:spLocks noChangeAspect="1"/>
          </p:cNvSpPr>
          <p:nvPr/>
        </p:nvSpPr>
        <p:spPr>
          <a:xfrm>
            <a:off x="366619" y="232955"/>
            <a:ext cx="14354525" cy="2779943"/>
          </a:xfrm>
          <a:prstGeom prst="rect">
            <a:avLst/>
          </a:prstGeom>
          <a:noFill/>
          <a:ln w="12700" cmpd="sng"/>
        </p:spPr>
        <p:style>
          <a:lnRef idx="2">
            <a:schemeClr val="dk1"/>
          </a:lnRef>
          <a:fillRef idx="1">
            <a:schemeClr val="lt1"/>
          </a:fillRef>
          <a:effectRef idx="0">
            <a:schemeClr val="dk1"/>
          </a:effectRef>
          <a:fontRef idx="minor">
            <a:schemeClr val="dk1"/>
          </a:fontRef>
        </p:style>
        <p:txBody>
          <a:bodyPr rtlCol="0" anchor="ctr"/>
          <a:lstStyle/>
          <a:p>
            <a:pPr algn="ctr"/>
            <a:endParaRPr lang="fr-FR"/>
          </a:p>
        </p:txBody>
      </p:sp>
      <p:sp>
        <p:nvSpPr>
          <p:cNvPr id="11" name="Text Box 2"/>
          <p:cNvSpPr txBox="1">
            <a:spLocks noChangeArrowheads="1"/>
          </p:cNvSpPr>
          <p:nvPr/>
        </p:nvSpPr>
        <p:spPr bwMode="auto">
          <a:xfrm>
            <a:off x="4369793" y="1449532"/>
            <a:ext cx="6343403" cy="1533753"/>
          </a:xfrm>
          <a:prstGeom prst="rect">
            <a:avLst/>
          </a:prstGeom>
          <a:noFill/>
          <a:ln w="9525">
            <a:noFill/>
            <a:miter lim="800000"/>
            <a:headEnd/>
            <a:tailEnd/>
          </a:ln>
        </p:spPr>
        <p:txBody>
          <a:bodyPr wrap="none">
            <a:spAutoFit/>
          </a:bodyPr>
          <a:lstStyle/>
          <a:p>
            <a:pPr>
              <a:spcBef>
                <a:spcPts val="1287"/>
              </a:spcBef>
            </a:pPr>
            <a:r>
              <a:rPr lang="fr-FR" sz="2400" noProof="0" dirty="0">
                <a:latin typeface="Arial" pitchFamily="34" charset="0"/>
                <a:ea typeface="宋体" pitchFamily="2" charset="-122"/>
                <a:cs typeface="Arial" pitchFamily="34" charset="0"/>
              </a:rPr>
              <a:t>Julien SAGNES, Minh </a:t>
            </a:r>
            <a:r>
              <a:rPr lang="fr-FR" sz="2400" noProof="0" dirty="0" err="1">
                <a:latin typeface="Arial" pitchFamily="34" charset="0"/>
                <a:ea typeface="宋体" pitchFamily="2" charset="-122"/>
                <a:cs typeface="Arial" pitchFamily="34" charset="0"/>
              </a:rPr>
              <a:t>Nhut</a:t>
            </a:r>
            <a:r>
              <a:rPr lang="fr-FR" sz="2400" noProof="0" dirty="0">
                <a:latin typeface="Arial" pitchFamily="34" charset="0"/>
                <a:ea typeface="宋体" pitchFamily="2" charset="-122"/>
                <a:cs typeface="Arial" pitchFamily="34" charset="0"/>
              </a:rPr>
              <a:t> Nguyen, SAR/ISI</a:t>
            </a:r>
          </a:p>
          <a:p>
            <a:pPr>
              <a:spcBef>
                <a:spcPts val="1287"/>
              </a:spcBef>
            </a:pPr>
            <a:r>
              <a:rPr lang="fr-FR" sz="2400" noProof="0" dirty="0">
                <a:latin typeface="Arial" pitchFamily="34" charset="0"/>
                <a:ea typeface="宋体" pitchFamily="2" charset="-122"/>
                <a:cs typeface="Arial" pitchFamily="34" charset="0"/>
              </a:rPr>
              <a:t>Projet de M1 - Sciences pour l’ingénieur</a:t>
            </a:r>
          </a:p>
          <a:p>
            <a:pPr>
              <a:spcBef>
                <a:spcPts val="1287"/>
              </a:spcBef>
            </a:pPr>
            <a:r>
              <a:rPr lang="fr-FR" sz="2400" noProof="0" dirty="0">
                <a:latin typeface="Arial" pitchFamily="34" charset="0"/>
                <a:ea typeface="宋体" pitchFamily="2" charset="-122"/>
                <a:cs typeface="Arial" pitchFamily="34" charset="0"/>
              </a:rPr>
              <a:t>Sorbonne Université, année 2024-2025</a:t>
            </a:r>
          </a:p>
        </p:txBody>
      </p:sp>
      <p:pic>
        <p:nvPicPr>
          <p:cNvPr id="3" name="Image 2"/>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2236974" y="611163"/>
            <a:ext cx="2183783" cy="1827744"/>
          </a:xfrm>
          <a:prstGeom prst="rect">
            <a:avLst/>
          </a:prstGeom>
        </p:spPr>
      </p:pic>
      <p:pic>
        <p:nvPicPr>
          <p:cNvPr id="5" name="Image 4"/>
          <p:cNvPicPr>
            <a:picLocks noChangeAspect="1"/>
          </p:cNvPicPr>
          <p:nvPr/>
        </p:nvPicPr>
        <p:blipFill>
          <a:blip r:embed="rId5"/>
          <a:stretch>
            <a:fillRect/>
          </a:stretch>
        </p:blipFill>
        <p:spPr>
          <a:xfrm>
            <a:off x="527783" y="427031"/>
            <a:ext cx="3276364" cy="2312728"/>
          </a:xfrm>
          <a:prstGeom prst="rect">
            <a:avLst/>
          </a:prstGeom>
        </p:spPr>
      </p:pic>
      <p:sp>
        <p:nvSpPr>
          <p:cNvPr id="4" name="ZoneTexte 3">
            <a:extLst>
              <a:ext uri="{FF2B5EF4-FFF2-40B4-BE49-F238E27FC236}">
                <a16:creationId xmlns:a16="http://schemas.microsoft.com/office/drawing/2014/main" id="{53817EF6-065D-6485-FE4D-22BBCACDE441}"/>
              </a:ext>
            </a:extLst>
          </p:cNvPr>
          <p:cNvSpPr txBox="1"/>
          <p:nvPr/>
        </p:nvSpPr>
        <p:spPr>
          <a:xfrm>
            <a:off x="688775" y="3375321"/>
            <a:ext cx="3555782" cy="646331"/>
          </a:xfrm>
          <a:prstGeom prst="rect">
            <a:avLst/>
          </a:prstGeom>
          <a:noFill/>
          <a:ln>
            <a:solidFill>
              <a:schemeClr val="tx1"/>
            </a:solidFill>
          </a:ln>
        </p:spPr>
        <p:txBody>
          <a:bodyPr wrap="none" rtlCol="0">
            <a:spAutoFit/>
          </a:bodyPr>
          <a:lstStyle/>
          <a:p>
            <a:r>
              <a:rPr lang="fr-FR" sz="3600" dirty="0">
                <a:latin typeface="Berlin Sans FB" panose="020E0602020502020306" pitchFamily="34" charset="0"/>
              </a:rPr>
              <a:t>Objectif du projet</a:t>
            </a:r>
          </a:p>
        </p:txBody>
      </p:sp>
      <p:sp>
        <p:nvSpPr>
          <p:cNvPr id="6" name="ZoneTexte 5">
            <a:extLst>
              <a:ext uri="{FF2B5EF4-FFF2-40B4-BE49-F238E27FC236}">
                <a16:creationId xmlns:a16="http://schemas.microsoft.com/office/drawing/2014/main" id="{D4FE468A-1CF3-9902-F81A-C263323A1F36}"/>
              </a:ext>
            </a:extLst>
          </p:cNvPr>
          <p:cNvSpPr txBox="1"/>
          <p:nvPr/>
        </p:nvSpPr>
        <p:spPr>
          <a:xfrm>
            <a:off x="688775" y="4139676"/>
            <a:ext cx="6201642" cy="4893647"/>
          </a:xfrm>
          <a:prstGeom prst="rect">
            <a:avLst/>
          </a:prstGeom>
          <a:noFill/>
        </p:spPr>
        <p:txBody>
          <a:bodyPr wrap="square" rtlCol="0">
            <a:spAutoFit/>
          </a:bodyPr>
          <a:lstStyle/>
          <a:p>
            <a:pPr algn="just"/>
            <a:r>
              <a:rPr lang="fr-FR" sz="2400" dirty="0">
                <a:latin typeface="Grandview" panose="020B0502040204020203" pitchFamily="34" charset="0"/>
              </a:rPr>
              <a:t>Simulation et réalisation d’une </a:t>
            </a:r>
            <a:r>
              <a:rPr lang="fr-FR" sz="2400" b="1" dirty="0">
                <a:latin typeface="Grandview" panose="020B0502040204020203" pitchFamily="34" charset="0"/>
              </a:rPr>
              <a:t>pince robotique à trois doigts souples</a:t>
            </a:r>
            <a:r>
              <a:rPr lang="fr-FR" sz="2400" dirty="0">
                <a:latin typeface="Grandview" panose="020B0502040204020203" pitchFamily="34" charset="0"/>
              </a:rPr>
              <a:t>, conçue pour saisir des objets tels que des fruits et des légumes, avec une capacité maximale de 5 kg. Inspiré du robot </a:t>
            </a:r>
            <a:r>
              <a:rPr lang="fr-FR" sz="2400" b="1" dirty="0" err="1">
                <a:latin typeface="Grandview" panose="020B0502040204020203" pitchFamily="34" charset="0"/>
              </a:rPr>
              <a:t>SpiRob</a:t>
            </a:r>
            <a:r>
              <a:rPr lang="fr-FR" sz="2400" dirty="0">
                <a:latin typeface="Grandview" panose="020B0502040204020203" pitchFamily="34" charset="0"/>
              </a:rPr>
              <a:t> et des structures souples bio-inspirées, le dispositif intègre des doigts imprimés en 3D</a:t>
            </a:r>
            <a:r>
              <a:rPr lang="fr-FR" sz="2400" b="1" dirty="0">
                <a:latin typeface="Grandview" panose="020B0502040204020203" pitchFamily="34" charset="0"/>
              </a:rPr>
              <a:t>, </a:t>
            </a:r>
            <a:r>
              <a:rPr lang="fr-FR" sz="2400" dirty="0">
                <a:latin typeface="Grandview" panose="020B0502040204020203" pitchFamily="34" charset="0"/>
              </a:rPr>
              <a:t>disposés symétriquement autour d’un axe central et actionnés par des câbles mis en tension via un mécanisme vis-écrou. La souplesse des doigts en </a:t>
            </a:r>
            <a:r>
              <a:rPr lang="fr-FR" sz="2400" b="1" dirty="0">
                <a:latin typeface="Grandview" panose="020B0502040204020203" pitchFamily="34" charset="0"/>
              </a:rPr>
              <a:t>TPU</a:t>
            </a:r>
            <a:r>
              <a:rPr lang="fr-FR" sz="2400" dirty="0">
                <a:latin typeface="Grandview" panose="020B0502040204020203" pitchFamily="34" charset="0"/>
              </a:rPr>
              <a:t> leur permet de </a:t>
            </a:r>
            <a:r>
              <a:rPr lang="fr-FR" sz="2400" b="1" dirty="0">
                <a:latin typeface="Grandview" panose="020B0502040204020203" pitchFamily="34" charset="0"/>
              </a:rPr>
              <a:t>revenir naturellement à leur position initiale </a:t>
            </a:r>
            <a:r>
              <a:rPr lang="fr-FR" sz="2400" dirty="0">
                <a:latin typeface="Grandview" panose="020B0502040204020203" pitchFamily="34" charset="0"/>
              </a:rPr>
              <a:t>après la déformation.</a:t>
            </a:r>
            <a:endParaRPr lang="fr-FR" sz="2400" dirty="0">
              <a:latin typeface="Grandview" panose="020B0502040204020203" pitchFamily="34" charset="0"/>
              <a:ea typeface="Roboto Condensed" panose="02000000000000000000" pitchFamily="2" charset="0"/>
              <a:cs typeface="Helvetica" panose="020B0604020202020204" pitchFamily="34" charset="0"/>
            </a:endParaRPr>
          </a:p>
        </p:txBody>
      </p:sp>
      <p:sp>
        <p:nvSpPr>
          <p:cNvPr id="31" name="Forme libre : forme 30">
            <a:extLst>
              <a:ext uri="{FF2B5EF4-FFF2-40B4-BE49-F238E27FC236}">
                <a16:creationId xmlns:a16="http://schemas.microsoft.com/office/drawing/2014/main" id="{5881AC51-B613-17B7-0391-EB9B94797E56}"/>
              </a:ext>
            </a:extLst>
          </p:cNvPr>
          <p:cNvSpPr/>
          <p:nvPr/>
        </p:nvSpPr>
        <p:spPr>
          <a:xfrm>
            <a:off x="444855" y="3049785"/>
            <a:ext cx="7510864" cy="6696571"/>
          </a:xfrm>
          <a:custGeom>
            <a:avLst/>
            <a:gdLst>
              <a:gd name="connsiteX0" fmla="*/ 0 w 7600767"/>
              <a:gd name="connsiteY0" fmla="*/ 6682154 h 7307143"/>
              <a:gd name="connsiteX1" fmla="*/ 6353907 w 7600767"/>
              <a:gd name="connsiteY1" fmla="*/ 6658708 h 7307143"/>
              <a:gd name="connsiteX2" fmla="*/ 7596553 w 7600767"/>
              <a:gd name="connsiteY2" fmla="*/ 0 h 7307143"/>
            </a:gdLst>
            <a:ahLst/>
            <a:cxnLst>
              <a:cxn ang="0">
                <a:pos x="connsiteX0" y="connsiteY0"/>
              </a:cxn>
              <a:cxn ang="0">
                <a:pos x="connsiteX1" y="connsiteY1"/>
              </a:cxn>
              <a:cxn ang="0">
                <a:pos x="connsiteX2" y="connsiteY2"/>
              </a:cxn>
            </a:cxnLst>
            <a:rect l="l" t="t" r="r" b="b"/>
            <a:pathLst>
              <a:path w="7600767" h="7307143">
                <a:moveTo>
                  <a:pt x="0" y="6682154"/>
                </a:moveTo>
                <a:cubicBezTo>
                  <a:pt x="2543907" y="7227277"/>
                  <a:pt x="5087815" y="7772400"/>
                  <a:pt x="6353907" y="6658708"/>
                </a:cubicBezTo>
                <a:cubicBezTo>
                  <a:pt x="7619999" y="5545016"/>
                  <a:pt x="7616091" y="1383323"/>
                  <a:pt x="7596553" y="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 name="ZoneTexte 31">
            <a:extLst>
              <a:ext uri="{FF2B5EF4-FFF2-40B4-BE49-F238E27FC236}">
                <a16:creationId xmlns:a16="http://schemas.microsoft.com/office/drawing/2014/main" id="{8B2CC8FF-A54D-7FD5-D901-A75C79248DCA}"/>
              </a:ext>
            </a:extLst>
          </p:cNvPr>
          <p:cNvSpPr txBox="1"/>
          <p:nvPr/>
        </p:nvSpPr>
        <p:spPr>
          <a:xfrm>
            <a:off x="688775" y="9853256"/>
            <a:ext cx="2023311" cy="646331"/>
          </a:xfrm>
          <a:prstGeom prst="rect">
            <a:avLst/>
          </a:prstGeom>
          <a:noFill/>
          <a:ln>
            <a:solidFill>
              <a:schemeClr val="tx1"/>
            </a:solidFill>
          </a:ln>
        </p:spPr>
        <p:txBody>
          <a:bodyPr wrap="none" rtlCol="0">
            <a:spAutoFit/>
          </a:bodyPr>
          <a:lstStyle/>
          <a:p>
            <a:r>
              <a:rPr lang="fr-FR" sz="3600" dirty="0">
                <a:latin typeface="Berlin Sans FB" panose="020E0602020502020306" pitchFamily="34" charset="0"/>
              </a:rPr>
              <a:t>Méthodes</a:t>
            </a:r>
          </a:p>
        </p:txBody>
      </p:sp>
      <p:sp>
        <p:nvSpPr>
          <p:cNvPr id="33" name="ZoneTexte 32">
            <a:extLst>
              <a:ext uri="{FF2B5EF4-FFF2-40B4-BE49-F238E27FC236}">
                <a16:creationId xmlns:a16="http://schemas.microsoft.com/office/drawing/2014/main" id="{BA1C820A-E9D3-5B2C-E539-750AAEAFC3B6}"/>
              </a:ext>
            </a:extLst>
          </p:cNvPr>
          <p:cNvSpPr txBox="1"/>
          <p:nvPr/>
        </p:nvSpPr>
        <p:spPr>
          <a:xfrm>
            <a:off x="688775" y="10606486"/>
            <a:ext cx="6491832" cy="6370975"/>
          </a:xfrm>
          <a:prstGeom prst="rect">
            <a:avLst/>
          </a:prstGeom>
          <a:noFill/>
        </p:spPr>
        <p:txBody>
          <a:bodyPr wrap="square" rtlCol="0">
            <a:spAutoFit/>
          </a:bodyPr>
          <a:lstStyle/>
          <a:p>
            <a:pPr marL="342900" indent="-342900" algn="l">
              <a:buFont typeface="Arial" panose="020B0604020202020204" pitchFamily="34" charset="0"/>
              <a:buChar char="•"/>
            </a:pPr>
            <a:r>
              <a:rPr lang="fr-FR" sz="2400" b="1" dirty="0">
                <a:latin typeface="Grandview" panose="020B0502040204020203" pitchFamily="34" charset="0"/>
              </a:rPr>
              <a:t>Recherche </a:t>
            </a:r>
            <a:r>
              <a:rPr lang="fr-FR" sz="2400" dirty="0">
                <a:latin typeface="Grandview" panose="020B0502040204020203" pitchFamily="34" charset="0"/>
              </a:rPr>
              <a:t>de solutions existantes et fonctionnelles pour assurer la tension des câbles et leur contrôle, permettant d’assurer un actionnement robuste de la pince</a:t>
            </a:r>
          </a:p>
          <a:p>
            <a:pPr marL="342900" indent="-342900" algn="l">
              <a:buFont typeface="Arial" panose="020B0604020202020204" pitchFamily="34" charset="0"/>
              <a:buChar char="•"/>
            </a:pPr>
            <a:r>
              <a:rPr lang="fr-FR" sz="2400" dirty="0">
                <a:latin typeface="Grandview" panose="020B0502040204020203" pitchFamily="34" charset="0"/>
              </a:rPr>
              <a:t>Modélisation et conception des pièces sur </a:t>
            </a:r>
            <a:r>
              <a:rPr lang="fr-FR" sz="2400" b="1" dirty="0">
                <a:latin typeface="Grandview" panose="020B0502040204020203" pitchFamily="34" charset="0"/>
              </a:rPr>
              <a:t>SolidWorks</a:t>
            </a:r>
            <a:r>
              <a:rPr lang="fr-FR" sz="2400" dirty="0">
                <a:latin typeface="Grandview" panose="020B0502040204020203" pitchFamily="34" charset="0"/>
              </a:rPr>
              <a:t>, en prenant en compte les aspects de conception tels que les jeux fonctionnels, les frottements, l’hyperstatisme ainsi que la transmission du couple moteur vers la vis.</a:t>
            </a:r>
          </a:p>
          <a:p>
            <a:pPr marL="342900" indent="-342900" algn="l">
              <a:buFont typeface="Arial" panose="020B0604020202020204" pitchFamily="34" charset="0"/>
              <a:buChar char="•"/>
            </a:pPr>
            <a:r>
              <a:rPr lang="fr-FR" sz="2400" dirty="0">
                <a:latin typeface="Grandview" panose="020B0502040204020203" pitchFamily="34" charset="0"/>
              </a:rPr>
              <a:t>Simulation de la pince sous </a:t>
            </a:r>
            <a:r>
              <a:rPr lang="fr-FR" sz="2400" b="1" dirty="0">
                <a:latin typeface="Grandview" panose="020B0502040204020203" pitchFamily="34" charset="0"/>
              </a:rPr>
              <a:t>SolidWorks Simulation</a:t>
            </a:r>
            <a:r>
              <a:rPr lang="fr-FR" sz="2400" dirty="0">
                <a:latin typeface="Grandview" panose="020B0502040204020203" pitchFamily="34" charset="0"/>
              </a:rPr>
              <a:t>, avec une analyse de l’élasticité à partir des </a:t>
            </a:r>
            <a:r>
              <a:rPr lang="fr-FR" sz="2400" b="1" dirty="0">
                <a:latin typeface="Grandview" panose="020B0502040204020203" pitchFamily="34" charset="0"/>
              </a:rPr>
              <a:t>contraintes équivalentes de Von Mises</a:t>
            </a:r>
            <a:r>
              <a:rPr lang="fr-FR" sz="2400" dirty="0">
                <a:latin typeface="Grandview" panose="020B0502040204020203" pitchFamily="34" charset="0"/>
              </a:rPr>
              <a:t>, afin de vérifier que le matériau reste dans le domaine élastique et n’entre pas en plasticité.</a:t>
            </a:r>
          </a:p>
        </p:txBody>
      </p:sp>
      <p:sp>
        <p:nvSpPr>
          <p:cNvPr id="8" name="Forme libre : forme 7">
            <a:extLst>
              <a:ext uri="{FF2B5EF4-FFF2-40B4-BE49-F238E27FC236}">
                <a16:creationId xmlns:a16="http://schemas.microsoft.com/office/drawing/2014/main" id="{29BF466C-D428-28C4-BA18-2A0F96CF69B2}"/>
              </a:ext>
            </a:extLst>
          </p:cNvPr>
          <p:cNvSpPr/>
          <p:nvPr/>
        </p:nvSpPr>
        <p:spPr>
          <a:xfrm>
            <a:off x="425961" y="7854462"/>
            <a:ext cx="7510864" cy="10314032"/>
          </a:xfrm>
          <a:custGeom>
            <a:avLst/>
            <a:gdLst>
              <a:gd name="connsiteX0" fmla="*/ 7104185 w 7561687"/>
              <a:gd name="connsiteY0" fmla="*/ 0 h 10314032"/>
              <a:gd name="connsiteX1" fmla="*/ 6799385 w 7561687"/>
              <a:gd name="connsiteY1" fmla="*/ 9636369 h 10314032"/>
              <a:gd name="connsiteX2" fmla="*/ 0 w 7561687"/>
              <a:gd name="connsiteY2" fmla="*/ 9144000 h 10314032"/>
            </a:gdLst>
            <a:ahLst/>
            <a:cxnLst>
              <a:cxn ang="0">
                <a:pos x="connsiteX0" y="connsiteY0"/>
              </a:cxn>
              <a:cxn ang="0">
                <a:pos x="connsiteX1" y="connsiteY1"/>
              </a:cxn>
              <a:cxn ang="0">
                <a:pos x="connsiteX2" y="connsiteY2"/>
              </a:cxn>
            </a:cxnLst>
            <a:rect l="l" t="t" r="r" b="b"/>
            <a:pathLst>
              <a:path w="7561687" h="10314032">
                <a:moveTo>
                  <a:pt x="7104185" y="0"/>
                </a:moveTo>
                <a:cubicBezTo>
                  <a:pt x="7543800" y="4056184"/>
                  <a:pt x="7983416" y="8112369"/>
                  <a:pt x="6799385" y="9636369"/>
                </a:cubicBezTo>
                <a:cubicBezTo>
                  <a:pt x="5615354" y="11160369"/>
                  <a:pt x="1172308" y="9718431"/>
                  <a:pt x="0" y="914400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797309A0-B04B-86C3-0DDF-29848D4F1F1B}"/>
              </a:ext>
            </a:extLst>
          </p:cNvPr>
          <p:cNvSpPr txBox="1"/>
          <p:nvPr/>
        </p:nvSpPr>
        <p:spPr>
          <a:xfrm>
            <a:off x="8195201" y="3375321"/>
            <a:ext cx="1883849" cy="646331"/>
          </a:xfrm>
          <a:prstGeom prst="rect">
            <a:avLst/>
          </a:prstGeom>
          <a:noFill/>
          <a:ln>
            <a:solidFill>
              <a:schemeClr val="tx1"/>
            </a:solidFill>
          </a:ln>
        </p:spPr>
        <p:txBody>
          <a:bodyPr wrap="none" rtlCol="0">
            <a:spAutoFit/>
          </a:bodyPr>
          <a:lstStyle/>
          <a:p>
            <a:r>
              <a:rPr lang="fr-FR" sz="3600" dirty="0">
                <a:latin typeface="Berlin Sans FB" panose="020E0602020502020306" pitchFamily="34" charset="0"/>
              </a:rPr>
              <a:t>Résultats</a:t>
            </a:r>
          </a:p>
        </p:txBody>
      </p:sp>
      <p:sp>
        <p:nvSpPr>
          <p:cNvPr id="10" name="ZoneTexte 9">
            <a:extLst>
              <a:ext uri="{FF2B5EF4-FFF2-40B4-BE49-F238E27FC236}">
                <a16:creationId xmlns:a16="http://schemas.microsoft.com/office/drawing/2014/main" id="{F7163E9F-F387-AA82-92F2-995D5B528CB7}"/>
              </a:ext>
            </a:extLst>
          </p:cNvPr>
          <p:cNvSpPr txBox="1"/>
          <p:nvPr/>
        </p:nvSpPr>
        <p:spPr>
          <a:xfrm>
            <a:off x="688775" y="18198376"/>
            <a:ext cx="2194832" cy="646331"/>
          </a:xfrm>
          <a:prstGeom prst="rect">
            <a:avLst/>
          </a:prstGeom>
          <a:noFill/>
          <a:ln>
            <a:solidFill>
              <a:schemeClr val="tx1"/>
            </a:solidFill>
          </a:ln>
        </p:spPr>
        <p:txBody>
          <a:bodyPr wrap="none" rtlCol="0">
            <a:spAutoFit/>
          </a:bodyPr>
          <a:lstStyle/>
          <a:p>
            <a:r>
              <a:rPr lang="fr-FR" sz="3600" dirty="0">
                <a:latin typeface="Berlin Sans FB" panose="020E0602020502020306" pitchFamily="34" charset="0"/>
              </a:rPr>
              <a:t>Conclusion</a:t>
            </a:r>
          </a:p>
        </p:txBody>
      </p:sp>
    </p:spTree>
  </p:cSld>
  <p:clrMapOvr>
    <a:masterClrMapping/>
  </p:clrMapOvr>
  <p:extLst>
    <p:ext uri="{6950BFC3-D8DA-4A85-94F7-54DA5524770B}">
      <p188:commentRel xmlns:p188="http://schemas.microsoft.com/office/powerpoint/2018/8/main" r:id="rId3"/>
    </p:ext>
  </p:extLs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écutive">
  <a:themeElements>
    <a:clrScheme name="Exé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é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é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Conception personnalisé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Exécutive.thmx</Template>
  <TotalTime>0</TotalTime>
  <Words>227</Words>
  <Application>Microsoft Office PowerPoint</Application>
  <PresentationFormat>Personnalisé</PresentationFormat>
  <Paragraphs>13</Paragraphs>
  <Slides>1</Slides>
  <Notes>1</Notes>
  <HiddenSlides>0</HiddenSlides>
  <MMClips>0</MMClips>
  <ScaleCrop>false</ScaleCrop>
  <HeadingPairs>
    <vt:vector size="6" baseType="variant">
      <vt:variant>
        <vt:lpstr>Polices utilisées</vt:lpstr>
      </vt:variant>
      <vt:variant>
        <vt:i4>8</vt:i4>
      </vt:variant>
      <vt:variant>
        <vt:lpstr>Thème</vt:lpstr>
      </vt:variant>
      <vt:variant>
        <vt:i4>2</vt:i4>
      </vt:variant>
      <vt:variant>
        <vt:lpstr>Titres des diapositives</vt:lpstr>
      </vt:variant>
      <vt:variant>
        <vt:i4>1</vt:i4>
      </vt:variant>
    </vt:vector>
  </HeadingPairs>
  <TitlesOfParts>
    <vt:vector size="11" baseType="lpstr">
      <vt:lpstr>Aptos</vt:lpstr>
      <vt:lpstr>Arial</vt:lpstr>
      <vt:lpstr>Berlin Sans FB</vt:lpstr>
      <vt:lpstr>Calibri</vt:lpstr>
      <vt:lpstr>Century Gothic</vt:lpstr>
      <vt:lpstr>Courier New</vt:lpstr>
      <vt:lpstr>Grandview</vt:lpstr>
      <vt:lpstr>Palatino Linotype</vt:lpstr>
      <vt:lpstr>Exécutive</vt:lpstr>
      <vt:lpstr>Conception personnalisée</vt:lpstr>
      <vt:lpstr>Présentation PowerPoint</vt:lpstr>
    </vt:vector>
  </TitlesOfParts>
  <Company>LISIF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cobra</dc:creator>
  <cp:lastModifiedBy>Julien Sagnes</cp:lastModifiedBy>
  <cp:revision>190</cp:revision>
  <cp:lastPrinted>2022-06-15T00:01:20Z</cp:lastPrinted>
  <dcterms:created xsi:type="dcterms:W3CDTF">2005-05-04T08:36:44Z</dcterms:created>
  <dcterms:modified xsi:type="dcterms:W3CDTF">2025-07-07T08:50:07Z</dcterms:modified>
</cp:coreProperties>
</file>