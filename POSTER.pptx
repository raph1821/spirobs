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56" r:id="rId1"/>
    <p:sldMasterId id="2147483968" r:id="rId2"/>
  </p:sldMasterIdLst>
  <p:notesMasterIdLst>
    <p:notesMasterId r:id="rId4"/>
  </p:notesMasterIdLst>
  <p:handoutMasterIdLst>
    <p:handoutMasterId r:id="rId5"/>
  </p:handoutMasterIdLst>
  <p:sldIdLst>
    <p:sldId id="256" r:id="rId3"/>
  </p:sldIdLst>
  <p:sldSz cx="15119350" cy="21240750"/>
  <p:notesSz cx="16827500" cy="22047200"/>
  <p:defaultTextStyle>
    <a:defPPr>
      <a:defRPr lang="fr-FR"/>
    </a:defPPr>
    <a:lvl1pPr algn="ctr" rtl="0" fontAlgn="base">
      <a:spcBef>
        <a:spcPct val="0"/>
      </a:spcBef>
      <a:spcAft>
        <a:spcPct val="0"/>
      </a:spcAft>
      <a:defRPr kern="1200">
        <a:solidFill>
          <a:schemeClr val="tx1"/>
        </a:solidFill>
        <a:latin typeface="Arial" charset="0"/>
        <a:ea typeface="ＭＳ Ｐゴシック" charset="0"/>
        <a:cs typeface="+mn-cs"/>
      </a:defRPr>
    </a:lvl1pPr>
    <a:lvl2pPr marL="991621" algn="ctr" rtl="0" fontAlgn="base">
      <a:spcBef>
        <a:spcPct val="0"/>
      </a:spcBef>
      <a:spcAft>
        <a:spcPct val="0"/>
      </a:spcAft>
      <a:defRPr kern="1200">
        <a:solidFill>
          <a:schemeClr val="tx1"/>
        </a:solidFill>
        <a:latin typeface="Arial" charset="0"/>
        <a:ea typeface="ＭＳ Ｐゴシック" charset="0"/>
        <a:cs typeface="+mn-cs"/>
      </a:defRPr>
    </a:lvl2pPr>
    <a:lvl3pPr marL="1983242" algn="ctr" rtl="0" fontAlgn="base">
      <a:spcBef>
        <a:spcPct val="0"/>
      </a:spcBef>
      <a:spcAft>
        <a:spcPct val="0"/>
      </a:spcAft>
      <a:defRPr kern="1200">
        <a:solidFill>
          <a:schemeClr val="tx1"/>
        </a:solidFill>
        <a:latin typeface="Arial" charset="0"/>
        <a:ea typeface="ＭＳ Ｐゴシック" charset="0"/>
        <a:cs typeface="+mn-cs"/>
      </a:defRPr>
    </a:lvl3pPr>
    <a:lvl4pPr marL="2974863" algn="ctr" rtl="0" fontAlgn="base">
      <a:spcBef>
        <a:spcPct val="0"/>
      </a:spcBef>
      <a:spcAft>
        <a:spcPct val="0"/>
      </a:spcAft>
      <a:defRPr kern="1200">
        <a:solidFill>
          <a:schemeClr val="tx1"/>
        </a:solidFill>
        <a:latin typeface="Arial" charset="0"/>
        <a:ea typeface="ＭＳ Ｐゴシック" charset="0"/>
        <a:cs typeface="+mn-cs"/>
      </a:defRPr>
    </a:lvl4pPr>
    <a:lvl5pPr marL="3966484" algn="ctr" rtl="0" fontAlgn="base">
      <a:spcBef>
        <a:spcPct val="0"/>
      </a:spcBef>
      <a:spcAft>
        <a:spcPct val="0"/>
      </a:spcAft>
      <a:defRPr kern="1200">
        <a:solidFill>
          <a:schemeClr val="tx1"/>
        </a:solidFill>
        <a:latin typeface="Arial" charset="0"/>
        <a:ea typeface="ＭＳ Ｐゴシック" charset="0"/>
        <a:cs typeface="+mn-cs"/>
      </a:defRPr>
    </a:lvl5pPr>
    <a:lvl6pPr marL="4958105" algn="l" defTabSz="991621" rtl="0" eaLnBrk="1" latinLnBrk="0" hangingPunct="1">
      <a:defRPr kern="1200">
        <a:solidFill>
          <a:schemeClr val="tx1"/>
        </a:solidFill>
        <a:latin typeface="Arial" charset="0"/>
        <a:ea typeface="ＭＳ Ｐゴシック" charset="0"/>
        <a:cs typeface="+mn-cs"/>
      </a:defRPr>
    </a:lvl6pPr>
    <a:lvl7pPr marL="5949726" algn="l" defTabSz="991621" rtl="0" eaLnBrk="1" latinLnBrk="0" hangingPunct="1">
      <a:defRPr kern="1200">
        <a:solidFill>
          <a:schemeClr val="tx1"/>
        </a:solidFill>
        <a:latin typeface="Arial" charset="0"/>
        <a:ea typeface="ＭＳ Ｐゴシック" charset="0"/>
        <a:cs typeface="+mn-cs"/>
      </a:defRPr>
    </a:lvl7pPr>
    <a:lvl8pPr marL="6941348" algn="l" defTabSz="991621" rtl="0" eaLnBrk="1" latinLnBrk="0" hangingPunct="1">
      <a:defRPr kern="1200">
        <a:solidFill>
          <a:schemeClr val="tx1"/>
        </a:solidFill>
        <a:latin typeface="Arial" charset="0"/>
        <a:ea typeface="ＭＳ Ｐゴシック" charset="0"/>
        <a:cs typeface="+mn-cs"/>
      </a:defRPr>
    </a:lvl8pPr>
    <a:lvl9pPr marL="7932969" algn="l" defTabSz="991621" rtl="0" eaLnBrk="1" latinLnBrk="0" hangingPunct="1">
      <a:defRPr kern="1200">
        <a:solidFill>
          <a:schemeClr val="tx1"/>
        </a:solidFill>
        <a:latin typeface="Arial" charset="0"/>
        <a:ea typeface="ＭＳ Ｐゴシック" charset="0"/>
        <a:cs typeface="+mn-cs"/>
      </a:defRPr>
    </a:lvl9pPr>
  </p:defaultTextStyle>
  <p:extLst>
    <p:ext uri="{521415D9-36F7-43E2-AB2F-B90AF26B5E84}">
      <p14:sectionLst xmlns:p14="http://schemas.microsoft.com/office/powerpoint/2010/main">
        <p14:section name="Section sans titre" id="{AA0FDEE4-67A1-4FCD-A888-58AB004316B6}">
          <p14:sldIdLst>
            <p14:sldId id="256"/>
          </p14:sldIdLst>
        </p14:section>
      </p14:sectionLst>
    </p:ext>
    <p:ext uri="{EFAFB233-063F-42B5-8137-9DF3F51BA10A}">
      <p15:sldGuideLst xmlns:p15="http://schemas.microsoft.com/office/powerpoint/2012/main">
        <p15:guide id="1" orient="horz" pos="6690"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1B075C8-8771-E084-71B7-5BB9A3A8470B}" name="Julien Sagnes" initials="JS" userId="949be203fa37cc3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EACE"/>
    <a:srgbClr val="E0E0B8"/>
    <a:srgbClr val="CCFF99"/>
    <a:srgbClr val="0000CC"/>
    <a:srgbClr val="FFCCFF"/>
    <a:srgbClr val="FFFFCC"/>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2B4C0F-FB6B-4FF3-8362-74B7577A66B1}" v="172" dt="2025-07-08T14:01:32.4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384" autoAdjust="0"/>
    <p:restoredTop sz="92895"/>
  </p:normalViewPr>
  <p:slideViewPr>
    <p:cSldViewPr snapToObjects="1">
      <p:cViewPr>
        <p:scale>
          <a:sx n="100" d="100"/>
          <a:sy n="100" d="100"/>
        </p:scale>
        <p:origin x="-1147" y="-2904"/>
      </p:cViewPr>
      <p:guideLst>
        <p:guide orient="horz" pos="6690"/>
        <p:guide pos="4762"/>
      </p:guideLst>
    </p:cSldViewPr>
  </p:slideViewPr>
  <p:notesTextViewPr>
    <p:cViewPr>
      <p:scale>
        <a:sx n="100" d="100"/>
        <a:sy n="100" d="100"/>
      </p:scale>
      <p:origin x="0" y="0"/>
    </p:cViewPr>
  </p:notesText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viewProps" Target="viewProps.xml"/><Relationship Id="rId12" Type="http://schemas.microsoft.com/office/2018/10/relationships/authors" Targe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handoutMaster" Target="handoutMasters/handoutMaster1.xml"/><Relationship Id="rId10" Type="http://schemas.microsoft.com/office/2016/11/relationships/changesInfo" Target="changesInfos/changesInfo1.xml"/><Relationship Id="rId4" Type="http://schemas.openxmlformats.org/officeDocument/2006/relationships/notesMaster" Target="notesMasters/notesMaster1.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lien Sagnes" userId="949be203fa37cc39" providerId="LiveId" clId="{852B4C0F-FB6B-4FF3-8362-74B7577A66B1}"/>
    <pc:docChg chg="undo redo custSel modSld addSection">
      <pc:chgData name="Julien Sagnes" userId="949be203fa37cc39" providerId="LiveId" clId="{852B4C0F-FB6B-4FF3-8362-74B7577A66B1}" dt="2025-07-08T14:03:29.311" v="4932" actId="1076"/>
      <pc:docMkLst>
        <pc:docMk/>
      </pc:docMkLst>
      <pc:sldChg chg="addSp delSp modSp mod modCm">
        <pc:chgData name="Julien Sagnes" userId="949be203fa37cc39" providerId="LiveId" clId="{852B4C0F-FB6B-4FF3-8362-74B7577A66B1}" dt="2025-07-08T14:03:29.311" v="4932" actId="1076"/>
        <pc:sldMkLst>
          <pc:docMk/>
          <pc:sldMk cId="0" sldId="256"/>
        </pc:sldMkLst>
        <pc:spChg chg="add mod">
          <ac:chgData name="Julien Sagnes" userId="949be203fa37cc39" providerId="LiveId" clId="{852B4C0F-FB6B-4FF3-8362-74B7577A66B1}" dt="2025-07-07T14:39:16.796" v="4742" actId="20577"/>
          <ac:spMkLst>
            <pc:docMk/>
            <pc:sldMk cId="0" sldId="256"/>
            <ac:spMk id="2" creationId="{4C9C7473-640D-E58C-360B-62ED61A225AD}"/>
          </ac:spMkLst>
        </pc:spChg>
        <pc:spChg chg="add del mod">
          <ac:chgData name="Julien Sagnes" userId="949be203fa37cc39" providerId="LiveId" clId="{852B4C0F-FB6B-4FF3-8362-74B7577A66B1}" dt="2025-07-07T08:47:29.168" v="2361" actId="478"/>
          <ac:spMkLst>
            <pc:docMk/>
            <pc:sldMk cId="0" sldId="256"/>
            <ac:spMk id="2" creationId="{A5955473-92C3-7B31-CA64-037F284E9464}"/>
          </ac:spMkLst>
        </pc:spChg>
        <pc:spChg chg="add mod">
          <ac:chgData name="Julien Sagnes" userId="949be203fa37cc39" providerId="LiveId" clId="{852B4C0F-FB6B-4FF3-8362-74B7577A66B1}" dt="2025-07-07T14:05:58.823" v="4358" actId="20577"/>
          <ac:spMkLst>
            <pc:docMk/>
            <pc:sldMk cId="0" sldId="256"/>
            <ac:spMk id="4" creationId="{53817EF6-065D-6485-FE4D-22BBCACDE441}"/>
          </ac:spMkLst>
        </pc:spChg>
        <pc:spChg chg="add mod">
          <ac:chgData name="Julien Sagnes" userId="949be203fa37cc39" providerId="LiveId" clId="{852B4C0F-FB6B-4FF3-8362-74B7577A66B1}" dt="2025-07-07T14:06:25.024" v="4377" actId="113"/>
          <ac:spMkLst>
            <pc:docMk/>
            <pc:sldMk cId="0" sldId="256"/>
            <ac:spMk id="6" creationId="{D4FE468A-1CF3-9902-F81A-C263323A1F36}"/>
          </ac:spMkLst>
        </pc:spChg>
        <pc:spChg chg="mod">
          <ac:chgData name="Julien Sagnes" userId="949be203fa37cc39" providerId="LiveId" clId="{852B4C0F-FB6B-4FF3-8362-74B7577A66B1}" dt="2025-07-04T09:02:25.943" v="727" actId="14100"/>
          <ac:spMkLst>
            <pc:docMk/>
            <pc:sldMk cId="0" sldId="256"/>
            <ac:spMk id="7" creationId="{00000000-0000-0000-0000-000000000000}"/>
          </ac:spMkLst>
        </pc:spChg>
        <pc:spChg chg="add del mod">
          <ac:chgData name="Julien Sagnes" userId="949be203fa37cc39" providerId="LiveId" clId="{852B4C0F-FB6B-4FF3-8362-74B7577A66B1}" dt="2025-07-08T13:54:26.876" v="4849" actId="478"/>
          <ac:spMkLst>
            <pc:docMk/>
            <pc:sldMk cId="0" sldId="256"/>
            <ac:spMk id="8" creationId="{29BF466C-D428-28C4-BA18-2A0F96CF69B2}"/>
          </ac:spMkLst>
        </pc:spChg>
        <pc:spChg chg="add mod">
          <ac:chgData name="Julien Sagnes" userId="949be203fa37cc39" providerId="LiveId" clId="{852B4C0F-FB6B-4FF3-8362-74B7577A66B1}" dt="2025-07-07T13:57:33.782" v="4121" actId="207"/>
          <ac:spMkLst>
            <pc:docMk/>
            <pc:sldMk cId="0" sldId="256"/>
            <ac:spMk id="9" creationId="{797309A0-B04B-86C3-0DDF-29848D4F1F1B}"/>
          </ac:spMkLst>
        </pc:spChg>
        <pc:spChg chg="add mod">
          <ac:chgData name="Julien Sagnes" userId="949be203fa37cc39" providerId="LiveId" clId="{852B4C0F-FB6B-4FF3-8362-74B7577A66B1}" dt="2025-07-07T14:38:44.823" v="4707" actId="1076"/>
          <ac:spMkLst>
            <pc:docMk/>
            <pc:sldMk cId="0" sldId="256"/>
            <ac:spMk id="10" creationId="{F7163E9F-F387-AA82-92F2-995D5B528CB7}"/>
          </ac:spMkLst>
        </pc:spChg>
        <pc:spChg chg="mod">
          <ac:chgData name="Julien Sagnes" userId="949be203fa37cc39" providerId="LiveId" clId="{852B4C0F-FB6B-4FF3-8362-74B7577A66B1}" dt="2025-07-07T08:49:39.262" v="2406" actId="20577"/>
          <ac:spMkLst>
            <pc:docMk/>
            <pc:sldMk cId="0" sldId="256"/>
            <ac:spMk id="11" creationId="{00000000-0000-0000-0000-000000000000}"/>
          </ac:spMkLst>
        </pc:spChg>
        <pc:spChg chg="add del">
          <ac:chgData name="Julien Sagnes" userId="949be203fa37cc39" providerId="LiveId" clId="{852B4C0F-FB6B-4FF3-8362-74B7577A66B1}" dt="2025-07-08T13:55:07.820" v="4851" actId="478"/>
          <ac:spMkLst>
            <pc:docMk/>
            <pc:sldMk cId="0" sldId="256"/>
            <ac:spMk id="12" creationId="{158359CB-CAFE-06C4-64B1-C40FDBD81298}"/>
          </ac:spMkLst>
        </pc:spChg>
        <pc:spChg chg="add del">
          <ac:chgData name="Julien Sagnes" userId="949be203fa37cc39" providerId="LiveId" clId="{852B4C0F-FB6B-4FF3-8362-74B7577A66B1}" dt="2025-07-08T13:55:21.449" v="4853" actId="478"/>
          <ac:spMkLst>
            <pc:docMk/>
            <pc:sldMk cId="0" sldId="256"/>
            <ac:spMk id="13" creationId="{5F666DC8-6F91-1097-13E6-5D76FC8ECE9A}"/>
          </ac:spMkLst>
        </pc:spChg>
        <pc:spChg chg="add mod">
          <ac:chgData name="Julien Sagnes" userId="949be203fa37cc39" providerId="LiveId" clId="{852B4C0F-FB6B-4FF3-8362-74B7577A66B1}" dt="2025-07-07T11:44:20.036" v="2703" actId="14100"/>
          <ac:spMkLst>
            <pc:docMk/>
            <pc:sldMk cId="0" sldId="256"/>
            <ac:spMk id="17" creationId="{54216D39-8C29-866D-D82F-374F32776D62}"/>
          </ac:spMkLst>
        </pc:spChg>
        <pc:spChg chg="add del">
          <ac:chgData name="Julien Sagnes" userId="949be203fa37cc39" providerId="LiveId" clId="{852B4C0F-FB6B-4FF3-8362-74B7577A66B1}" dt="2025-07-08T13:55:35.072" v="4855" actId="478"/>
          <ac:spMkLst>
            <pc:docMk/>
            <pc:sldMk cId="0" sldId="256"/>
            <ac:spMk id="20" creationId="{75346201-E346-C258-22C3-189F6A866302}"/>
          </ac:spMkLst>
        </pc:spChg>
        <pc:spChg chg="add del mod">
          <ac:chgData name="Julien Sagnes" userId="949be203fa37cc39" providerId="LiveId" clId="{852B4C0F-FB6B-4FF3-8362-74B7577A66B1}" dt="2025-07-07T13:05:55.192" v="3126"/>
          <ac:spMkLst>
            <pc:docMk/>
            <pc:sldMk cId="0" sldId="256"/>
            <ac:spMk id="20" creationId="{F39EB652-561E-391E-5688-A2090C6A505E}"/>
          </ac:spMkLst>
        </pc:spChg>
        <pc:spChg chg="add del mod">
          <ac:chgData name="Julien Sagnes" userId="949be203fa37cc39" providerId="LiveId" clId="{852B4C0F-FB6B-4FF3-8362-74B7577A66B1}" dt="2025-07-07T13:11:23.420" v="3294" actId="478"/>
          <ac:spMkLst>
            <pc:docMk/>
            <pc:sldMk cId="0" sldId="256"/>
            <ac:spMk id="21" creationId="{BCF98FF6-1DC7-07C9-CA98-2E3F2E95EF99}"/>
          </ac:spMkLst>
        </pc:spChg>
        <pc:spChg chg="add del">
          <ac:chgData name="Julien Sagnes" userId="949be203fa37cc39" providerId="LiveId" clId="{852B4C0F-FB6B-4FF3-8362-74B7577A66B1}" dt="2025-07-08T13:55:50.855" v="4857" actId="478"/>
          <ac:spMkLst>
            <pc:docMk/>
            <pc:sldMk cId="0" sldId="256"/>
            <ac:spMk id="21" creationId="{F9729E32-1D7C-76C4-08E9-A61C62ACC740}"/>
          </ac:spMkLst>
        </pc:spChg>
        <pc:spChg chg="add mod">
          <ac:chgData name="Julien Sagnes" userId="949be203fa37cc39" providerId="LiveId" clId="{852B4C0F-FB6B-4FF3-8362-74B7577A66B1}" dt="2025-07-07T13:11:49.985" v="3361" actId="20578"/>
          <ac:spMkLst>
            <pc:docMk/>
            <pc:sldMk cId="0" sldId="256"/>
            <ac:spMk id="22" creationId="{79955613-CD37-F288-8B6B-803F909EF8C3}"/>
          </ac:spMkLst>
        </pc:spChg>
        <pc:spChg chg="add mod">
          <ac:chgData name="Julien Sagnes" userId="949be203fa37cc39" providerId="LiveId" clId="{852B4C0F-FB6B-4FF3-8362-74B7577A66B1}" dt="2025-07-07T14:23:13.039" v="4594" actId="1076"/>
          <ac:spMkLst>
            <pc:docMk/>
            <pc:sldMk cId="0" sldId="256"/>
            <ac:spMk id="23" creationId="{BFFE58B0-2AE4-1EB6-82C0-94306E5923C3}"/>
          </ac:spMkLst>
        </pc:spChg>
        <pc:spChg chg="add del mod">
          <ac:chgData name="Julien Sagnes" userId="949be203fa37cc39" providerId="LiveId" clId="{852B4C0F-FB6B-4FF3-8362-74B7577A66B1}" dt="2025-07-08T13:56:55.075" v="4865" actId="478"/>
          <ac:spMkLst>
            <pc:docMk/>
            <pc:sldMk cId="0" sldId="256"/>
            <ac:spMk id="24" creationId="{622C9E34-CBC7-D230-562A-0CDD2B801FA8}"/>
          </ac:spMkLst>
        </pc:spChg>
        <pc:spChg chg="add del">
          <ac:chgData name="Julien Sagnes" userId="949be203fa37cc39" providerId="LiveId" clId="{852B4C0F-FB6B-4FF3-8362-74B7577A66B1}" dt="2025-07-08T13:57:09.548" v="4867" actId="478"/>
          <ac:spMkLst>
            <pc:docMk/>
            <pc:sldMk cId="0" sldId="256"/>
            <ac:spMk id="26" creationId="{07560192-4545-5955-2EB8-BAC46B74A67D}"/>
          </ac:spMkLst>
        </pc:spChg>
        <pc:spChg chg="add del">
          <ac:chgData name="Julien Sagnes" userId="949be203fa37cc39" providerId="LiveId" clId="{852B4C0F-FB6B-4FF3-8362-74B7577A66B1}" dt="2025-07-08T13:58:28.282" v="4880" actId="478"/>
          <ac:spMkLst>
            <pc:docMk/>
            <pc:sldMk cId="0" sldId="256"/>
            <ac:spMk id="28" creationId="{687974F9-B148-8FA8-8D99-5F285B618F12}"/>
          </ac:spMkLst>
        </pc:spChg>
        <pc:spChg chg="add del">
          <ac:chgData name="Julien Sagnes" userId="949be203fa37cc39" providerId="LiveId" clId="{852B4C0F-FB6B-4FF3-8362-74B7577A66B1}" dt="2025-07-08T13:58:56.956" v="4884" actId="478"/>
          <ac:spMkLst>
            <pc:docMk/>
            <pc:sldMk cId="0" sldId="256"/>
            <ac:spMk id="29" creationId="{E771C036-A802-0E17-F2EC-7E461EEA87BC}"/>
          </ac:spMkLst>
        </pc:spChg>
        <pc:spChg chg="add del mod">
          <ac:chgData name="Julien Sagnes" userId="949be203fa37cc39" providerId="LiveId" clId="{852B4C0F-FB6B-4FF3-8362-74B7577A66B1}" dt="2025-07-08T14:01:45.342" v="4915" actId="478"/>
          <ac:spMkLst>
            <pc:docMk/>
            <pc:sldMk cId="0" sldId="256"/>
            <ac:spMk id="30" creationId="{95B28435-2142-CD45-C31C-924675CF4BF2}"/>
          </ac:spMkLst>
        </pc:spChg>
        <pc:spChg chg="add del mod">
          <ac:chgData name="Julien Sagnes" userId="949be203fa37cc39" providerId="LiveId" clId="{852B4C0F-FB6B-4FF3-8362-74B7577A66B1}" dt="2025-07-08T14:01:27.870" v="4912" actId="478"/>
          <ac:spMkLst>
            <pc:docMk/>
            <pc:sldMk cId="0" sldId="256"/>
            <ac:spMk id="31" creationId="{5881AC51-B613-17B7-0391-EB9B94797E56}"/>
          </ac:spMkLst>
        </pc:spChg>
        <pc:spChg chg="add mod">
          <ac:chgData name="Julien Sagnes" userId="949be203fa37cc39" providerId="LiveId" clId="{852B4C0F-FB6B-4FF3-8362-74B7577A66B1}" dt="2025-07-07T13:57:37.238" v="4122" actId="207"/>
          <ac:spMkLst>
            <pc:docMk/>
            <pc:sldMk cId="0" sldId="256"/>
            <ac:spMk id="32" creationId="{8B2CC8FF-A54D-7FD5-D901-A75C79248DCA}"/>
          </ac:spMkLst>
        </pc:spChg>
        <pc:spChg chg="add mod">
          <ac:chgData name="Julien Sagnes" userId="949be203fa37cc39" providerId="LiveId" clId="{852B4C0F-FB6B-4FF3-8362-74B7577A66B1}" dt="2025-07-07T14:22:42.024" v="4530" actId="113"/>
          <ac:spMkLst>
            <pc:docMk/>
            <pc:sldMk cId="0" sldId="256"/>
            <ac:spMk id="33" creationId="{BA1C820A-E9D3-5B2C-E539-750AAEAFC3B6}"/>
          </ac:spMkLst>
        </pc:spChg>
        <pc:spChg chg="add mod">
          <ac:chgData name="Julien Sagnes" userId="949be203fa37cc39" providerId="LiveId" clId="{852B4C0F-FB6B-4FF3-8362-74B7577A66B1}" dt="2025-07-07T14:44:00.263" v="4823" actId="1076"/>
          <ac:spMkLst>
            <pc:docMk/>
            <pc:sldMk cId="0" sldId="256"/>
            <ac:spMk id="35" creationId="{B692489C-6999-4008-6318-75D2BE9E4648}"/>
          </ac:spMkLst>
        </pc:spChg>
        <pc:spChg chg="add mod">
          <ac:chgData name="Julien Sagnes" userId="949be203fa37cc39" providerId="LiveId" clId="{852B4C0F-FB6B-4FF3-8362-74B7577A66B1}" dt="2025-07-08T13:57:55.958" v="4874" actId="1076"/>
          <ac:spMkLst>
            <pc:docMk/>
            <pc:sldMk cId="0" sldId="256"/>
            <ac:spMk id="36" creationId="{EBF305C7-3B56-A639-5DDA-46A588EFA96A}"/>
          </ac:spMkLst>
        </pc:spChg>
        <pc:spChg chg="add mod">
          <ac:chgData name="Julien Sagnes" userId="949be203fa37cc39" providerId="LiveId" clId="{852B4C0F-FB6B-4FF3-8362-74B7577A66B1}" dt="2025-07-08T14:03:29.311" v="4932" actId="1076"/>
          <ac:spMkLst>
            <pc:docMk/>
            <pc:sldMk cId="0" sldId="256"/>
            <ac:spMk id="37" creationId="{93D53B09-F734-2CD2-A0FF-FA44CE0A3A64}"/>
          </ac:spMkLst>
        </pc:spChg>
        <pc:spChg chg="add del">
          <ac:chgData name="Julien Sagnes" userId="949be203fa37cc39" providerId="LiveId" clId="{852B4C0F-FB6B-4FF3-8362-74B7577A66B1}" dt="2025-07-07T14:19:45.445" v="4502" actId="478"/>
          <ac:spMkLst>
            <pc:docMk/>
            <pc:sldMk cId="0" sldId="256"/>
            <ac:spMk id="38" creationId="{355A654B-64F5-9FA3-3054-33DDBADE979C}"/>
          </ac:spMkLst>
        </pc:spChg>
        <pc:spChg chg="add mod">
          <ac:chgData name="Julien Sagnes" userId="949be203fa37cc39" providerId="LiveId" clId="{852B4C0F-FB6B-4FF3-8362-74B7577A66B1}" dt="2025-07-08T14:02:53.984" v="4928" actId="14100"/>
          <ac:spMkLst>
            <pc:docMk/>
            <pc:sldMk cId="0" sldId="256"/>
            <ac:spMk id="38" creationId="{94F171EC-28E5-2866-C58A-4B5B7099C85E}"/>
          </ac:spMkLst>
        </pc:spChg>
        <pc:spChg chg="add del mod">
          <ac:chgData name="Julien Sagnes" userId="949be203fa37cc39" providerId="LiveId" clId="{852B4C0F-FB6B-4FF3-8362-74B7577A66B1}" dt="2025-07-07T14:20:06.065" v="4505" actId="478"/>
          <ac:spMkLst>
            <pc:docMk/>
            <pc:sldMk cId="0" sldId="256"/>
            <ac:spMk id="39" creationId="{232D2117-01ED-1DA0-DC86-6C126E5E9BB6}"/>
          </ac:spMkLst>
        </pc:spChg>
        <pc:spChg chg="add mod">
          <ac:chgData name="Julien Sagnes" userId="949be203fa37cc39" providerId="LiveId" clId="{852B4C0F-FB6B-4FF3-8362-74B7577A66B1}" dt="2025-07-08T14:01:36.029" v="4914" actId="1076"/>
          <ac:spMkLst>
            <pc:docMk/>
            <pc:sldMk cId="0" sldId="256"/>
            <ac:spMk id="39" creationId="{46008D8F-BFE2-4CBD-C9CC-1F62DC122ABA}"/>
          </ac:spMkLst>
        </pc:spChg>
        <pc:spChg chg="add del">
          <ac:chgData name="Julien Sagnes" userId="949be203fa37cc39" providerId="LiveId" clId="{852B4C0F-FB6B-4FF3-8362-74B7577A66B1}" dt="2025-07-07T14:20:25.376" v="4507" actId="478"/>
          <ac:spMkLst>
            <pc:docMk/>
            <pc:sldMk cId="0" sldId="256"/>
            <ac:spMk id="40" creationId="{33A54096-2D53-EFA9-8D9B-90DB21CC2BEB}"/>
          </ac:spMkLst>
        </pc:spChg>
        <pc:spChg chg="add mod">
          <ac:chgData name="Julien Sagnes" userId="949be203fa37cc39" providerId="LiveId" clId="{852B4C0F-FB6B-4FF3-8362-74B7577A66B1}" dt="2025-07-08T14:02:08.084" v="4920" actId="14100"/>
          <ac:spMkLst>
            <pc:docMk/>
            <pc:sldMk cId="0" sldId="256"/>
            <ac:spMk id="40" creationId="{8DEA08D8-E11C-13D6-0524-A5AF51AE3972}"/>
          </ac:spMkLst>
        </pc:spChg>
        <pc:spChg chg="add del mod">
          <ac:chgData name="Julien Sagnes" userId="949be203fa37cc39" providerId="LiveId" clId="{852B4C0F-FB6B-4FF3-8362-74B7577A66B1}" dt="2025-07-08T13:58:27.011" v="4879" actId="478"/>
          <ac:spMkLst>
            <pc:docMk/>
            <pc:sldMk cId="0" sldId="256"/>
            <ac:spMk id="41" creationId="{8A879908-B1D8-5540-1276-492476E3E355}"/>
          </ac:spMkLst>
        </pc:spChg>
        <pc:spChg chg="add mod">
          <ac:chgData name="Julien Sagnes" userId="949be203fa37cc39" providerId="LiveId" clId="{852B4C0F-FB6B-4FF3-8362-74B7577A66B1}" dt="2025-07-08T13:53:57.367" v="4848" actId="1076"/>
          <ac:spMkLst>
            <pc:docMk/>
            <pc:sldMk cId="0" sldId="256"/>
            <ac:spMk id="42" creationId="{095C6D14-6876-F156-24AD-C767534F60A2}"/>
          </ac:spMkLst>
        </pc:spChg>
        <pc:spChg chg="mod">
          <ac:chgData name="Julien Sagnes" userId="949be203fa37cc39" providerId="LiveId" clId="{852B4C0F-FB6B-4FF3-8362-74B7577A66B1}" dt="2025-07-04T09:14:51.361" v="755" actId="1076"/>
          <ac:spMkLst>
            <pc:docMk/>
            <pc:sldMk cId="0" sldId="256"/>
            <ac:spMk id="184" creationId="{00000000-0000-0000-0000-000000000000}"/>
          </ac:spMkLst>
        </pc:spChg>
        <pc:spChg chg="mod">
          <ac:chgData name="Julien Sagnes" userId="949be203fa37cc39" providerId="LiveId" clId="{852B4C0F-FB6B-4FF3-8362-74B7577A66B1}" dt="2025-07-08T14:01:06.914" v="4907" actId="1076"/>
          <ac:spMkLst>
            <pc:docMk/>
            <pc:sldMk cId="0" sldId="256"/>
            <ac:spMk id="2056" creationId="{00000000-0000-0000-0000-000000000000}"/>
          </ac:spMkLst>
        </pc:spChg>
        <pc:spChg chg="mod">
          <ac:chgData name="Julien Sagnes" userId="949be203fa37cc39" providerId="LiveId" clId="{852B4C0F-FB6B-4FF3-8362-74B7577A66B1}" dt="2025-07-04T08:26:53.406" v="108" actId="1076"/>
          <ac:spMkLst>
            <pc:docMk/>
            <pc:sldMk cId="0" sldId="256"/>
            <ac:spMk id="2065" creationId="{00000000-0000-0000-0000-000000000000}"/>
          </ac:spMkLst>
        </pc:spChg>
        <pc:grpChg chg="add mod">
          <ac:chgData name="Julien Sagnes" userId="949be203fa37cc39" providerId="LiveId" clId="{852B4C0F-FB6B-4FF3-8362-74B7577A66B1}" dt="2025-07-08T14:03:22.470" v="4931" actId="1076"/>
          <ac:grpSpMkLst>
            <pc:docMk/>
            <pc:sldMk cId="0" sldId="256"/>
            <ac:grpSpMk id="18" creationId="{348806F0-6F60-247F-7A79-EB89F1B6FC0D}"/>
          </ac:grpSpMkLst>
        </pc:grpChg>
        <pc:picChg chg="mod">
          <ac:chgData name="Julien Sagnes" userId="949be203fa37cc39" providerId="LiveId" clId="{852B4C0F-FB6B-4FF3-8362-74B7577A66B1}" dt="2025-07-04T08:40:51.498" v="249" actId="1076"/>
          <ac:picMkLst>
            <pc:docMk/>
            <pc:sldMk cId="0" sldId="256"/>
            <ac:picMk id="5" creationId="{00000000-0000-0000-0000-000000000000}"/>
          </ac:picMkLst>
        </pc:picChg>
        <pc:picChg chg="add del mod">
          <ac:chgData name="Julien Sagnes" userId="949be203fa37cc39" providerId="LiveId" clId="{852B4C0F-FB6B-4FF3-8362-74B7577A66B1}" dt="2025-07-07T15:20:59.340" v="4825" actId="478"/>
          <ac:picMkLst>
            <pc:docMk/>
            <pc:sldMk cId="0" sldId="256"/>
            <ac:picMk id="12" creationId="{5D0B9F10-D36A-4802-6D6D-409752515B3A}"/>
          </ac:picMkLst>
        </pc:picChg>
        <pc:picChg chg="add mod">
          <ac:chgData name="Julien Sagnes" userId="949be203fa37cc39" providerId="LiveId" clId="{852B4C0F-FB6B-4FF3-8362-74B7577A66B1}" dt="2025-07-07T11:44:00.897" v="2701" actId="164"/>
          <ac:picMkLst>
            <pc:docMk/>
            <pc:sldMk cId="0" sldId="256"/>
            <ac:picMk id="14" creationId="{4CFA417F-B582-0A1F-C498-20D8AFD06BBB}"/>
          </ac:picMkLst>
        </pc:picChg>
        <pc:picChg chg="add mod">
          <ac:chgData name="Julien Sagnes" userId="949be203fa37cc39" providerId="LiveId" clId="{852B4C0F-FB6B-4FF3-8362-74B7577A66B1}" dt="2025-07-07T13:10:11.693" v="3167" actId="1076"/>
          <ac:picMkLst>
            <pc:docMk/>
            <pc:sldMk cId="0" sldId="256"/>
            <ac:picMk id="15" creationId="{4A7FCAFB-B34D-8278-25AA-AD29AED29D82}"/>
          </ac:picMkLst>
        </pc:picChg>
        <pc:picChg chg="add del mod">
          <ac:chgData name="Julien Sagnes" userId="949be203fa37cc39" providerId="LiveId" clId="{852B4C0F-FB6B-4FF3-8362-74B7577A66B1}" dt="2025-07-07T11:38:03.599" v="2513" actId="478"/>
          <ac:picMkLst>
            <pc:docMk/>
            <pc:sldMk cId="0" sldId="256"/>
            <ac:picMk id="16" creationId="{2D1FEA4C-B3D7-2F18-8B93-58CF9EB62A1D}"/>
          </ac:picMkLst>
        </pc:picChg>
        <pc:picChg chg="add mod">
          <ac:chgData name="Julien Sagnes" userId="949be203fa37cc39" providerId="LiveId" clId="{852B4C0F-FB6B-4FF3-8362-74B7577A66B1}" dt="2025-07-07T15:21:36.409" v="4831" actId="1076"/>
          <ac:picMkLst>
            <pc:docMk/>
            <pc:sldMk cId="0" sldId="256"/>
            <ac:picMk id="16" creationId="{C90CFCDC-A272-F16A-C5CB-A521D8DC8DA0}"/>
          </ac:picMkLst>
        </pc:picChg>
        <pc:picChg chg="add mod">
          <ac:chgData name="Julien Sagnes" userId="949be203fa37cc39" providerId="LiveId" clId="{852B4C0F-FB6B-4FF3-8362-74B7577A66B1}" dt="2025-07-07T13:10:13.813" v="3168" actId="1076"/>
          <ac:picMkLst>
            <pc:docMk/>
            <pc:sldMk cId="0" sldId="256"/>
            <ac:picMk id="19" creationId="{C006E4BB-D2D7-F069-023F-A56763476772}"/>
          </ac:picMkLst>
        </pc:picChg>
        <pc:picChg chg="add mod">
          <ac:chgData name="Julien Sagnes" userId="949be203fa37cc39" providerId="LiveId" clId="{852B4C0F-FB6B-4FF3-8362-74B7577A66B1}" dt="2025-07-07T14:17:54.255" v="4466" actId="1076"/>
          <ac:picMkLst>
            <pc:docMk/>
            <pc:sldMk cId="0" sldId="256"/>
            <ac:picMk id="25" creationId="{8720E50D-9863-1B1C-73F2-6DEA99F9B174}"/>
          </ac:picMkLst>
        </pc:picChg>
        <pc:picChg chg="add mod modCrop">
          <ac:chgData name="Julien Sagnes" userId="949be203fa37cc39" providerId="LiveId" clId="{852B4C0F-FB6B-4FF3-8362-74B7577A66B1}" dt="2025-07-07T14:18:02.899" v="4469" actId="1076"/>
          <ac:picMkLst>
            <pc:docMk/>
            <pc:sldMk cId="0" sldId="256"/>
            <ac:picMk id="27" creationId="{7AC5B4ED-21DD-FF3A-0DA8-C7E202FB1DF4}"/>
          </ac:picMkLst>
        </pc:picChg>
        <pc:picChg chg="add del mod">
          <ac:chgData name="Julien Sagnes" userId="949be203fa37cc39" providerId="LiveId" clId="{852B4C0F-FB6B-4FF3-8362-74B7577A66B1}" dt="2025-07-07T13:36:07.282" v="3516" actId="478"/>
          <ac:picMkLst>
            <pc:docMk/>
            <pc:sldMk cId="0" sldId="256"/>
            <ac:picMk id="29" creationId="{A83BFD4F-B1FB-91E0-4CCF-8CE69C1B735F}"/>
          </ac:picMkLst>
        </pc:picChg>
        <pc:picChg chg="add mod">
          <ac:chgData name="Julien Sagnes" userId="949be203fa37cc39" providerId="LiveId" clId="{852B4C0F-FB6B-4FF3-8362-74B7577A66B1}" dt="2025-07-08T14:02:13.155" v="4922" actId="1076"/>
          <ac:picMkLst>
            <pc:docMk/>
            <pc:sldMk cId="0" sldId="256"/>
            <ac:picMk id="34" creationId="{D2392334-9C70-F82D-A220-E87A656703A1}"/>
          </ac:picMkLst>
        </pc:picChg>
        <pc:extLst>
          <p:ext xmlns:p="http://schemas.openxmlformats.org/presentationml/2006/main" uri="{D6D511B9-2390-475A-947B-AFAB55BFBCF1}">
            <pc226:cmChg xmlns:pc226="http://schemas.microsoft.com/office/powerpoint/2022/06/main/command" chg="mod">
              <pc226:chgData name="Julien Sagnes" userId="949be203fa37cc39" providerId="LiveId" clId="{852B4C0F-FB6B-4FF3-8362-74B7577A66B1}" dt="2025-07-04T08:36:32.732" v="208" actId="20577"/>
              <pc2:cmMkLst xmlns:pc2="http://schemas.microsoft.com/office/powerpoint/2019/9/main/command">
                <pc:docMk/>
                <pc:sldMk cId="0" sldId="256"/>
                <pc2:cmMk id="{FFBC45BD-6E3C-47F2-9E64-C0E54D8FBD2A}"/>
              </pc2:cmMkLst>
            </pc226:cmChg>
          </p:ext>
        </pc:extLst>
      </pc:sldChg>
    </pc:docChg>
  </pc:docChgLst>
</pc:chgInfo>
</file>

<file path=ppt/comments/modernComment_100_0.xml><?xml version="1.0" encoding="utf-8"?>
<p188:cmLst xmlns:a="http://schemas.openxmlformats.org/drawingml/2006/main" xmlns:r="http://schemas.openxmlformats.org/officeDocument/2006/relationships" xmlns:p188="http://schemas.microsoft.com/office/powerpoint/2018/8/main">
  <p188:cm id="{FFBC45BD-6E3C-47F2-9E64-C0E54D8FBD2A}" authorId="{E1B075C8-8771-E084-71B7-5BB9A3A8470B}" created="2025-07-04T08:36:19.953">
    <ac:txMkLst xmlns:ac="http://schemas.microsoft.com/office/drawing/2013/main/command">
      <pc:docMk xmlns:pc="http://schemas.microsoft.com/office/powerpoint/2013/main/command"/>
      <pc:sldMk xmlns:pc="http://schemas.microsoft.com/office/powerpoint/2013/main/command" cId="0" sldId="256"/>
      <ac:spMk id="2" creationId="{00000000-0000-0000-0000-000000000000}"/>
      <ac:txMk cp="0">
        <ac:context len="1" hash="13"/>
      </ac:txMk>
    </ac:txMkLst>
    <p188:txBody>
      <a:bodyPr/>
      <a:lstStyle/>
      <a:p>
        <a:r>
          <a:rPr lang="fr-FR"/>
          <a:t>Consignes et conseils :
Le poster s’adresse à des étudiants en début de M1. Il sera affiché lors de la journée des posters et vous l’utiliserez pour expliquer votre travail à ces étudiants afin qu’ils comprennent mieux ce vers quoi mène le master. Il faut donc vous adapter à ce public non.
Le poster est un résumé illustré de votre stage ou votre projet. Il doit contenir les informations suivantes :
Objectif du stage / projet
Méthodes de résolution
Principaux résultats
Interprétation / conclusion
L’espace doit être structuré pour bien faire ressortir ces rubriques. 
Le poster doit être lu en moins de 5 mn. Il faut donc limiter le texte, privilégier les schémas et les mots-clés. 
Il est conseillé de faire le poster à partir des slides de la soutenance.
Ce template est au format A2 et il n’est pas nécessaire de le modifier. Pour la journée des posters, il sera imprimé par le master. 
Pour savoir comment présenter votre stage ou votre projet, mettez-vous à la place de votre auditoire et rappelez-vous de vos connaissances et questionnements en début de M1.
A titre d’exemple, je vous mets à disposition quelques posters réussis réalisés l’an dernier. 
Vous trouverez sur internet des conseils et des exemples de qualité variable pour vous inspirer. En regardant ces exemples, vous remarquerez bien vite que certains sont plus attractifs que d’autres !</a:t>
        </a:r>
      </a:p>
    </p188:txBody>
    <p188:extLst>
      <p:ext xmlns:p="http://schemas.openxmlformats.org/presentationml/2006/main" uri="{57CB4572-C831-44C2-8A1C-0ADB6CCDFE69}">
        <p223:reactions xmlns:p223="http://schemas.microsoft.com/office/powerpoint/2022/03/main">
          <p223:rxn type="👍">
            <p223:instance time="2025-07-04T08:38:02.939" authorId="{E1B075C8-8771-E084-71B7-5BB9A3A8470B}"/>
          </p223:rxn>
        </p223:reactions>
      </p:ext>
    </p188:extLst>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1"/>
            <a:ext cx="7291916" cy="1102361"/>
          </a:xfrm>
          <a:prstGeom prst="rect">
            <a:avLst/>
          </a:prstGeom>
        </p:spPr>
        <p:txBody>
          <a:bodyPr vert="horz" lIns="213211" tIns="106605" rIns="213211" bIns="106605" rtlCol="0"/>
          <a:lstStyle>
            <a:lvl1pPr algn="l">
              <a:defRPr sz="2800"/>
            </a:lvl1pPr>
          </a:lstStyle>
          <a:p>
            <a:endParaRPr lang="fr-FR"/>
          </a:p>
        </p:txBody>
      </p:sp>
      <p:sp>
        <p:nvSpPr>
          <p:cNvPr id="3" name="Espace réservé de la date 2"/>
          <p:cNvSpPr>
            <a:spLocks noGrp="1"/>
          </p:cNvSpPr>
          <p:nvPr>
            <p:ph type="dt" sz="quarter" idx="1"/>
          </p:nvPr>
        </p:nvSpPr>
        <p:spPr>
          <a:xfrm>
            <a:off x="9531691" y="1"/>
            <a:ext cx="7291916" cy="1102361"/>
          </a:xfrm>
          <a:prstGeom prst="rect">
            <a:avLst/>
          </a:prstGeom>
        </p:spPr>
        <p:txBody>
          <a:bodyPr vert="horz" lIns="213211" tIns="106605" rIns="213211" bIns="106605" rtlCol="0"/>
          <a:lstStyle>
            <a:lvl1pPr algn="r">
              <a:defRPr sz="2800"/>
            </a:lvl1pPr>
          </a:lstStyle>
          <a:p>
            <a:fld id="{71C9D4D8-A94D-A74B-8140-ADBA5EC79834}" type="datetimeFigureOut">
              <a:rPr lang="fr-FR" smtClean="0"/>
              <a:pPr/>
              <a:t>08/07/2025</a:t>
            </a:fld>
            <a:endParaRPr lang="fr-FR"/>
          </a:p>
        </p:txBody>
      </p:sp>
      <p:sp>
        <p:nvSpPr>
          <p:cNvPr id="4" name="Espace réservé du pied de page 3"/>
          <p:cNvSpPr>
            <a:spLocks noGrp="1"/>
          </p:cNvSpPr>
          <p:nvPr>
            <p:ph type="ftr" sz="quarter" idx="2"/>
          </p:nvPr>
        </p:nvSpPr>
        <p:spPr>
          <a:xfrm>
            <a:off x="1" y="20941015"/>
            <a:ext cx="7291916" cy="1102361"/>
          </a:xfrm>
          <a:prstGeom prst="rect">
            <a:avLst/>
          </a:prstGeom>
        </p:spPr>
        <p:txBody>
          <a:bodyPr vert="horz" lIns="213211" tIns="106605" rIns="213211" bIns="106605" rtlCol="0" anchor="b"/>
          <a:lstStyle>
            <a:lvl1pPr algn="l">
              <a:defRPr sz="2800"/>
            </a:lvl1pPr>
          </a:lstStyle>
          <a:p>
            <a:endParaRPr lang="fr-FR"/>
          </a:p>
        </p:txBody>
      </p:sp>
      <p:sp>
        <p:nvSpPr>
          <p:cNvPr id="5" name="Espace réservé du numéro de diapositive 4"/>
          <p:cNvSpPr>
            <a:spLocks noGrp="1"/>
          </p:cNvSpPr>
          <p:nvPr>
            <p:ph type="sldNum" sz="quarter" idx="3"/>
          </p:nvPr>
        </p:nvSpPr>
        <p:spPr>
          <a:xfrm>
            <a:off x="9531691" y="20941015"/>
            <a:ext cx="7291916" cy="1102361"/>
          </a:xfrm>
          <a:prstGeom prst="rect">
            <a:avLst/>
          </a:prstGeom>
        </p:spPr>
        <p:txBody>
          <a:bodyPr vert="horz" lIns="213211" tIns="106605" rIns="213211" bIns="106605" rtlCol="0" anchor="b"/>
          <a:lstStyle>
            <a:lvl1pPr algn="r">
              <a:defRPr sz="2800"/>
            </a:lvl1pPr>
          </a:lstStyle>
          <a:p>
            <a:fld id="{B01ECED3-5A65-C44F-838E-922A57A0971C}" type="slidenum">
              <a:rPr lang="fr-FR" smtClean="0"/>
              <a:pPr/>
              <a:t>‹N°›</a:t>
            </a:fld>
            <a:endParaRPr lang="fr-FR"/>
          </a:p>
        </p:txBody>
      </p:sp>
    </p:spTree>
    <p:extLst>
      <p:ext uri="{BB962C8B-B14F-4D97-AF65-F5344CB8AC3E}">
        <p14:creationId xmlns:p14="http://schemas.microsoft.com/office/powerpoint/2010/main" val="51037673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7291388" cy="11049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9531350" y="0"/>
            <a:ext cx="7292975" cy="1104900"/>
          </a:xfrm>
          <a:prstGeom prst="rect">
            <a:avLst/>
          </a:prstGeom>
        </p:spPr>
        <p:txBody>
          <a:bodyPr vert="horz" lIns="91440" tIns="45720" rIns="91440" bIns="45720" rtlCol="0"/>
          <a:lstStyle>
            <a:lvl1pPr algn="r">
              <a:defRPr sz="1200"/>
            </a:lvl1pPr>
          </a:lstStyle>
          <a:p>
            <a:fld id="{E6A19032-C370-4D9A-84EB-5393115FA192}" type="datetimeFigureOut">
              <a:rPr lang="fr-FR" smtClean="0"/>
              <a:t>08/07/2025</a:t>
            </a:fld>
            <a:endParaRPr lang="fr-FR"/>
          </a:p>
        </p:txBody>
      </p:sp>
      <p:sp>
        <p:nvSpPr>
          <p:cNvPr id="4" name="Espace réservé de l'image des diapositives 3"/>
          <p:cNvSpPr>
            <a:spLocks noGrp="1" noRot="1" noChangeAspect="1"/>
          </p:cNvSpPr>
          <p:nvPr>
            <p:ph type="sldImg" idx="2"/>
          </p:nvPr>
        </p:nvSpPr>
        <p:spPr>
          <a:xfrm>
            <a:off x="5765800" y="2755900"/>
            <a:ext cx="5295900" cy="7440613"/>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1682750" y="10610850"/>
            <a:ext cx="13462000" cy="868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20942300"/>
            <a:ext cx="7291388" cy="11049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9531350" y="20942300"/>
            <a:ext cx="7292975" cy="1104900"/>
          </a:xfrm>
          <a:prstGeom prst="rect">
            <a:avLst/>
          </a:prstGeom>
        </p:spPr>
        <p:txBody>
          <a:bodyPr vert="horz" lIns="91440" tIns="45720" rIns="91440" bIns="45720" rtlCol="0" anchor="b"/>
          <a:lstStyle>
            <a:lvl1pPr algn="r">
              <a:defRPr sz="1200"/>
            </a:lvl1pPr>
          </a:lstStyle>
          <a:p>
            <a:fld id="{BBC59B19-9E93-47F4-A264-918735761321}" type="slidenum">
              <a:rPr lang="fr-FR" smtClean="0"/>
              <a:t>‹N°›</a:t>
            </a:fld>
            <a:endParaRPr lang="fr-FR"/>
          </a:p>
        </p:txBody>
      </p:sp>
    </p:spTree>
    <p:extLst>
      <p:ext uri="{BB962C8B-B14F-4D97-AF65-F5344CB8AC3E}">
        <p14:creationId xmlns:p14="http://schemas.microsoft.com/office/powerpoint/2010/main" val="16005106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BC59B19-9E93-47F4-A264-918735761321}" type="slidenum">
              <a:rPr lang="fr-FR" smtClean="0"/>
              <a:t>1</a:t>
            </a:fld>
            <a:endParaRPr lang="fr-FR"/>
          </a:p>
        </p:txBody>
      </p:sp>
    </p:spTree>
    <p:extLst>
      <p:ext uri="{BB962C8B-B14F-4D97-AF65-F5344CB8AC3E}">
        <p14:creationId xmlns:p14="http://schemas.microsoft.com/office/powerpoint/2010/main" val="2008997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888071"/>
            <a:ext cx="12851448" cy="13216466"/>
          </a:xfrm>
        </p:spPr>
        <p:txBody>
          <a:bodyPr anchor="b">
            <a:noAutofit/>
          </a:bodyPr>
          <a:lstStyle>
            <a:lvl1pPr>
              <a:lnSpc>
                <a:spcPct val="100000"/>
              </a:lnSpc>
              <a:defRPr sz="17154"/>
            </a:lvl1pPr>
          </a:lstStyle>
          <a:p>
            <a:r>
              <a:rPr lang="fr-FR"/>
              <a:t>Cliquez et modifiez le titre</a:t>
            </a:r>
            <a:endParaRPr lang="en-US" dirty="0"/>
          </a:p>
        </p:txBody>
      </p:sp>
      <p:sp>
        <p:nvSpPr>
          <p:cNvPr id="3" name="Subtitle 2"/>
          <p:cNvSpPr>
            <a:spLocks noGrp="1"/>
          </p:cNvSpPr>
          <p:nvPr>
            <p:ph type="subTitle" idx="1"/>
          </p:nvPr>
        </p:nvSpPr>
        <p:spPr>
          <a:xfrm>
            <a:off x="2267903" y="15340542"/>
            <a:ext cx="10583545" cy="3776134"/>
          </a:xfrm>
        </p:spPr>
        <p:txBody>
          <a:bodyPr>
            <a:normAutofit/>
          </a:bodyPr>
          <a:lstStyle>
            <a:lvl1pPr marL="0" indent="0" algn="ctr">
              <a:buNone/>
              <a:defRPr sz="5146">
                <a:solidFill>
                  <a:schemeClr val="tx1">
                    <a:tint val="75000"/>
                  </a:schemeClr>
                </a:solidFill>
              </a:defRPr>
            </a:lvl1pPr>
            <a:lvl2pPr marL="980328" indent="0" algn="ctr">
              <a:buNone/>
              <a:defRPr>
                <a:solidFill>
                  <a:schemeClr val="tx1">
                    <a:tint val="75000"/>
                  </a:schemeClr>
                </a:solidFill>
              </a:defRPr>
            </a:lvl2pPr>
            <a:lvl3pPr marL="1960656" indent="0" algn="ctr">
              <a:buNone/>
              <a:defRPr>
                <a:solidFill>
                  <a:schemeClr val="tx1">
                    <a:tint val="75000"/>
                  </a:schemeClr>
                </a:solidFill>
              </a:defRPr>
            </a:lvl3pPr>
            <a:lvl4pPr marL="2940985" indent="0" algn="ctr">
              <a:buNone/>
              <a:defRPr>
                <a:solidFill>
                  <a:schemeClr val="tx1">
                    <a:tint val="75000"/>
                  </a:schemeClr>
                </a:solidFill>
              </a:defRPr>
            </a:lvl4pPr>
            <a:lvl5pPr marL="3921313" indent="0" algn="ctr">
              <a:buNone/>
              <a:defRPr>
                <a:solidFill>
                  <a:schemeClr val="tx1">
                    <a:tint val="75000"/>
                  </a:schemeClr>
                </a:solidFill>
              </a:defRPr>
            </a:lvl5pPr>
            <a:lvl6pPr marL="4901641" indent="0" algn="ctr">
              <a:buNone/>
              <a:defRPr>
                <a:solidFill>
                  <a:schemeClr val="tx1">
                    <a:tint val="75000"/>
                  </a:schemeClr>
                </a:solidFill>
              </a:defRPr>
            </a:lvl6pPr>
            <a:lvl7pPr marL="5881969" indent="0" algn="ctr">
              <a:buNone/>
              <a:defRPr>
                <a:solidFill>
                  <a:schemeClr val="tx1">
                    <a:tint val="75000"/>
                  </a:schemeClr>
                </a:solidFill>
              </a:defRPr>
            </a:lvl7pPr>
            <a:lvl8pPr marL="6862298" indent="0" algn="ctr">
              <a:buNone/>
              <a:defRPr>
                <a:solidFill>
                  <a:schemeClr val="tx1">
                    <a:tint val="75000"/>
                  </a:schemeClr>
                </a:solidFill>
              </a:defRPr>
            </a:lvl8pPr>
            <a:lvl9pPr marL="7842626" indent="0" algn="ctr">
              <a:buNone/>
              <a:defRPr>
                <a:solidFill>
                  <a:schemeClr val="tx1">
                    <a:tint val="75000"/>
                  </a:schemeClr>
                </a:solidFill>
              </a:defRPr>
            </a:lvl9pPr>
          </a:lstStyle>
          <a:p>
            <a:r>
              <a:rPr lang="fr-FR"/>
              <a:t>Cliquez pour modifier le style des sous-titres du masque</a:t>
            </a:r>
            <a:endParaRPr lang="en-US" dirty="0"/>
          </a:p>
        </p:txBody>
      </p:sp>
      <p:sp>
        <p:nvSpPr>
          <p:cNvPr id="7" name="Date Placeholder 6"/>
          <p:cNvSpPr>
            <a:spLocks noGrp="1"/>
          </p:cNvSpPr>
          <p:nvPr>
            <p:ph type="dt" sz="half" idx="10"/>
          </p:nvPr>
        </p:nvSpPr>
        <p:spPr/>
        <p:txBody>
          <a:bodyPr/>
          <a:lstStyle/>
          <a:p>
            <a:fld id="{216C5678-EE20-4FA5-88E2-6E0BD67A2E26}" type="datetime1">
              <a:rPr lang="en-US" smtClean="0"/>
              <a:pPr/>
              <a:t>7/8/2025</a:t>
            </a:fld>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‹N°›</a:t>
            </a:fld>
            <a:endParaRPr lang="en-US" dirty="0"/>
          </a:p>
        </p:txBody>
      </p:sp>
      <p:sp>
        <p:nvSpPr>
          <p:cNvPr id="9" name="Footer Placeholder 8"/>
          <p:cNvSpPr>
            <a:spLocks noGrp="1"/>
          </p:cNvSpPr>
          <p:nvPr>
            <p:ph type="ftr" sz="quarter" idx="12"/>
          </p:nvPr>
        </p:nvSpPr>
        <p:spPr/>
        <p:txBody>
          <a:bodyPr/>
          <a:lstStyle/>
          <a:p>
            <a:r>
              <a:rPr lang="en-US"/>
              <a:t>Footer Text</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788229BE-C614-3948-8B6D-41D1EB2AEFE4}" type="slidenum">
              <a:rPr lang="fr-FR" smtClean="0"/>
              <a:pP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94325" y="4248152"/>
            <a:ext cx="12851448" cy="7758775"/>
          </a:xfrm>
        </p:spPr>
        <p:txBody>
          <a:bodyPr anchor="b"/>
          <a:lstStyle>
            <a:lvl1pPr algn="ctr" defTabSz="1960656" rtl="0" eaLnBrk="1" latinLnBrk="0" hangingPunct="1">
              <a:lnSpc>
                <a:spcPct val="100000"/>
              </a:lnSpc>
              <a:spcBef>
                <a:spcPct val="0"/>
              </a:spcBef>
              <a:buNone/>
              <a:defRPr lang="en-US" sz="10292"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fr-FR"/>
              <a:t>Cliquez et modifiez le titre</a:t>
            </a:r>
            <a:endParaRPr lang="en-US" dirty="0"/>
          </a:p>
        </p:txBody>
      </p:sp>
      <p:sp>
        <p:nvSpPr>
          <p:cNvPr id="3" name="Text Placeholder 2"/>
          <p:cNvSpPr>
            <a:spLocks noGrp="1"/>
          </p:cNvSpPr>
          <p:nvPr>
            <p:ph type="body" idx="1"/>
          </p:nvPr>
        </p:nvSpPr>
        <p:spPr>
          <a:xfrm>
            <a:off x="1194325" y="12601865"/>
            <a:ext cx="12851448" cy="3505706"/>
          </a:xfrm>
        </p:spPr>
        <p:txBody>
          <a:bodyPr anchor="t"/>
          <a:lstStyle>
            <a:lvl1pPr marL="0" indent="0" algn="ctr">
              <a:buNone/>
              <a:defRPr sz="4288">
                <a:solidFill>
                  <a:schemeClr val="tx1">
                    <a:tint val="75000"/>
                  </a:schemeClr>
                </a:solidFill>
              </a:defRPr>
            </a:lvl1pPr>
            <a:lvl2pPr marL="980328" indent="0">
              <a:buNone/>
              <a:defRPr sz="3860">
                <a:solidFill>
                  <a:schemeClr val="tx1">
                    <a:tint val="75000"/>
                  </a:schemeClr>
                </a:solidFill>
              </a:defRPr>
            </a:lvl2pPr>
            <a:lvl3pPr marL="1960656" indent="0">
              <a:buNone/>
              <a:defRPr sz="3431">
                <a:solidFill>
                  <a:schemeClr val="tx1">
                    <a:tint val="75000"/>
                  </a:schemeClr>
                </a:solidFill>
              </a:defRPr>
            </a:lvl3pPr>
            <a:lvl4pPr marL="2940985" indent="0">
              <a:buNone/>
              <a:defRPr sz="3002">
                <a:solidFill>
                  <a:schemeClr val="tx1">
                    <a:tint val="75000"/>
                  </a:schemeClr>
                </a:solidFill>
              </a:defRPr>
            </a:lvl4pPr>
            <a:lvl5pPr marL="3921313" indent="0">
              <a:buNone/>
              <a:defRPr sz="3002">
                <a:solidFill>
                  <a:schemeClr val="tx1">
                    <a:tint val="75000"/>
                  </a:schemeClr>
                </a:solidFill>
              </a:defRPr>
            </a:lvl5pPr>
            <a:lvl6pPr marL="4901641" indent="0">
              <a:buNone/>
              <a:defRPr sz="3002">
                <a:solidFill>
                  <a:schemeClr val="tx1">
                    <a:tint val="75000"/>
                  </a:schemeClr>
                </a:solidFill>
              </a:defRPr>
            </a:lvl6pPr>
            <a:lvl7pPr marL="5881969" indent="0">
              <a:buNone/>
              <a:defRPr sz="3002">
                <a:solidFill>
                  <a:schemeClr val="tx1">
                    <a:tint val="75000"/>
                  </a:schemeClr>
                </a:solidFill>
              </a:defRPr>
            </a:lvl7pPr>
            <a:lvl8pPr marL="6862298" indent="0">
              <a:buNone/>
              <a:defRPr sz="3002">
                <a:solidFill>
                  <a:schemeClr val="tx1">
                    <a:tint val="75000"/>
                  </a:schemeClr>
                </a:solidFill>
              </a:defRPr>
            </a:lvl8pPr>
            <a:lvl9pPr marL="7842626" indent="0">
              <a:buNone/>
              <a:defRPr sz="3002">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9CAEA93-55E7-4DA9-90C2-089A26EEFEC4}" type="datetime1">
              <a:rPr lang="en-US" smtClean="0"/>
              <a:pPr/>
              <a:t>7/8/2025</a:t>
            </a:fld>
            <a:endParaRPr lang="en-US"/>
          </a:p>
        </p:txBody>
      </p:sp>
      <p:sp>
        <p:nvSpPr>
          <p:cNvPr id="5" name="Footer Placeholder 4"/>
          <p:cNvSpPr>
            <a:spLocks noGrp="1"/>
          </p:cNvSpPr>
          <p:nvPr>
            <p:ph type="ftr" sz="quarter" idx="11"/>
          </p:nvPr>
        </p:nvSpPr>
        <p:spPr/>
        <p:txBody>
          <a:bodyPr/>
          <a:lstStyle/>
          <a:p>
            <a:r>
              <a:rPr lang="en-US"/>
              <a:t>Footer Text</a:t>
            </a:r>
          </a:p>
        </p:txBody>
      </p:sp>
      <p:sp>
        <p:nvSpPr>
          <p:cNvPr id="6" name="Slide Number Placeholder 5"/>
          <p:cNvSpPr>
            <a:spLocks noGrp="1"/>
          </p:cNvSpPr>
          <p:nvPr>
            <p:ph type="sldNum" sz="quarter" idx="12"/>
          </p:nvPr>
        </p:nvSpPr>
        <p:spPr/>
        <p:txBody>
          <a:bodyPr/>
          <a:lstStyle/>
          <a:p>
            <a:fld id="{BA9B540C-44DA-4F69-89C9-7C84606640D3}" type="slidenum">
              <a:rPr lang="en-US" smtClean="0"/>
              <a:pPr/>
              <a:t>‹N°›</a:t>
            </a:fld>
            <a:endParaRPr lang="en-US"/>
          </a:p>
        </p:txBody>
      </p:sp>
      <p:sp>
        <p:nvSpPr>
          <p:cNvPr id="7" name="Oval 6"/>
          <p:cNvSpPr/>
          <p:nvPr/>
        </p:nvSpPr>
        <p:spPr>
          <a:xfrm>
            <a:off x="7433682"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7764418"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7104522"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a:p>
        </p:txBody>
      </p:sp>
      <p:sp>
        <p:nvSpPr>
          <p:cNvPr id="4" name="Content Placeholder 3"/>
          <p:cNvSpPr>
            <a:spLocks noGrp="1"/>
          </p:cNvSpPr>
          <p:nvPr>
            <p:ph sz="half" idx="2"/>
          </p:nvPr>
        </p:nvSpPr>
        <p:spPr>
          <a:xfrm>
            <a:off x="7685670" y="4956177"/>
            <a:ext cx="6677713" cy="14017913"/>
          </a:xfrm>
        </p:spPr>
        <p:txBody>
          <a:bodyPr/>
          <a:lstStyle>
            <a:lvl1pPr>
              <a:defRPr sz="5146"/>
            </a:lvl1pPr>
            <a:lvl2pPr>
              <a:defRPr sz="3431"/>
            </a:lvl2pPr>
            <a:lvl3pPr>
              <a:defRPr sz="3431"/>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1D924BC5-9CF3-764F-ADBD-90149E4335D0}" type="slidenum">
              <a:rPr lang="fr-FR" smtClean="0"/>
              <a:pPr/>
              <a:t>‹N°›</a:t>
            </a:fld>
            <a:endParaRPr lang="fr-FR"/>
          </a:p>
        </p:txBody>
      </p:sp>
      <p:sp>
        <p:nvSpPr>
          <p:cNvPr id="9" name="Content Placeholder 8"/>
          <p:cNvSpPr>
            <a:spLocks noGrp="1"/>
          </p:cNvSpPr>
          <p:nvPr>
            <p:ph sz="quarter" idx="13"/>
          </p:nvPr>
        </p:nvSpPr>
        <p:spPr>
          <a:xfrm>
            <a:off x="604774" y="4956175"/>
            <a:ext cx="6682753" cy="1401889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Cliquez et modifiez le titre</a:t>
            </a:r>
            <a:endParaRPr lang="en-US"/>
          </a:p>
        </p:txBody>
      </p:sp>
      <p:sp>
        <p:nvSpPr>
          <p:cNvPr id="3" name="Text Placeholder 2"/>
          <p:cNvSpPr>
            <a:spLocks noGrp="1"/>
          </p:cNvSpPr>
          <p:nvPr>
            <p:ph type="body" idx="1"/>
          </p:nvPr>
        </p:nvSpPr>
        <p:spPr>
          <a:xfrm>
            <a:off x="755968" y="4956176"/>
            <a:ext cx="6680339" cy="1888066"/>
          </a:xfrm>
        </p:spPr>
        <p:txBody>
          <a:bodyPr anchor="b">
            <a:noAutofit/>
          </a:bodyPr>
          <a:lstStyle>
            <a:lvl1pPr marL="0" indent="0" algn="ctr">
              <a:buNone/>
              <a:defRPr sz="5146" b="0"/>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5" name="Text Placeholder 4"/>
          <p:cNvSpPr>
            <a:spLocks noGrp="1"/>
          </p:cNvSpPr>
          <p:nvPr>
            <p:ph type="body" sz="quarter" idx="3"/>
          </p:nvPr>
        </p:nvSpPr>
        <p:spPr>
          <a:xfrm>
            <a:off x="7685673" y="4956176"/>
            <a:ext cx="6682962" cy="1888066"/>
          </a:xfrm>
        </p:spPr>
        <p:txBody>
          <a:bodyPr anchor="b">
            <a:noAutofit/>
          </a:bodyPr>
          <a:lstStyle>
            <a:lvl1pPr marL="0" indent="0" algn="ctr">
              <a:buNone/>
              <a:defRPr sz="5146" b="0"/>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7" name="Date Placeholder 6"/>
          <p:cNvSpPr>
            <a:spLocks noGrp="1"/>
          </p:cNvSpPr>
          <p:nvPr>
            <p:ph type="dt" sz="half" idx="10"/>
          </p:nvPr>
        </p:nvSpPr>
        <p:spPr/>
        <p:txBody>
          <a:bodyPr/>
          <a:lstStyle/>
          <a:p>
            <a:pPr>
              <a:defRPr/>
            </a:pPr>
            <a:endParaRPr lang="fr-FR"/>
          </a:p>
        </p:txBody>
      </p:sp>
      <p:sp>
        <p:nvSpPr>
          <p:cNvPr id="8" name="Footer Placeholder 7"/>
          <p:cNvSpPr>
            <a:spLocks noGrp="1"/>
          </p:cNvSpPr>
          <p:nvPr>
            <p:ph type="ftr" sz="quarter" idx="11"/>
          </p:nvPr>
        </p:nvSpPr>
        <p:spPr/>
        <p:txBody>
          <a:bodyPr/>
          <a:lstStyle/>
          <a:p>
            <a:pPr>
              <a:defRPr/>
            </a:pPr>
            <a:endParaRPr lang="fr-FR"/>
          </a:p>
        </p:txBody>
      </p:sp>
      <p:sp>
        <p:nvSpPr>
          <p:cNvPr id="9" name="Slide Number Placeholder 8"/>
          <p:cNvSpPr>
            <a:spLocks noGrp="1"/>
          </p:cNvSpPr>
          <p:nvPr>
            <p:ph type="sldNum" sz="quarter" idx="12"/>
          </p:nvPr>
        </p:nvSpPr>
        <p:spPr/>
        <p:txBody>
          <a:bodyPr/>
          <a:lstStyle/>
          <a:p>
            <a:fld id="{729DE52F-9BC9-6E46-B3B3-CF2D5F414E36}" type="slidenum">
              <a:rPr lang="fr-FR" smtClean="0"/>
              <a:pPr/>
              <a:t>‹N°›</a:t>
            </a:fld>
            <a:endParaRPr lang="fr-FR"/>
          </a:p>
        </p:txBody>
      </p:sp>
      <p:sp>
        <p:nvSpPr>
          <p:cNvPr id="11" name="Content Placeholder 10"/>
          <p:cNvSpPr>
            <a:spLocks noGrp="1"/>
          </p:cNvSpPr>
          <p:nvPr>
            <p:ph sz="quarter" idx="13"/>
          </p:nvPr>
        </p:nvSpPr>
        <p:spPr>
          <a:xfrm>
            <a:off x="755967" y="6853682"/>
            <a:ext cx="6682753" cy="121213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3" name="Content Placeholder 12"/>
          <p:cNvSpPr>
            <a:spLocks noGrp="1"/>
          </p:cNvSpPr>
          <p:nvPr>
            <p:ph sz="quarter" idx="14"/>
          </p:nvPr>
        </p:nvSpPr>
        <p:spPr>
          <a:xfrm>
            <a:off x="7725988" y="6853685"/>
            <a:ext cx="6682753" cy="1212000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Date Placeholder 2"/>
          <p:cNvSpPr>
            <a:spLocks noGrp="1"/>
          </p:cNvSpPr>
          <p:nvPr>
            <p:ph type="dt" sz="half" idx="10"/>
          </p:nvPr>
        </p:nvSpPr>
        <p:spPr/>
        <p:txBody>
          <a:bodyPr/>
          <a:lstStyle/>
          <a:p>
            <a:pPr>
              <a:defRPr/>
            </a:pPr>
            <a:endParaRPr lang="fr-FR"/>
          </a:p>
        </p:txBody>
      </p:sp>
      <p:sp>
        <p:nvSpPr>
          <p:cNvPr id="4" name="Footer Placeholder 3"/>
          <p:cNvSpPr>
            <a:spLocks noGrp="1"/>
          </p:cNvSpPr>
          <p:nvPr>
            <p:ph type="ftr" sz="quarter" idx="11"/>
          </p:nvPr>
        </p:nvSpPr>
        <p:spPr/>
        <p:txBody>
          <a:bodyPr/>
          <a:lstStyle/>
          <a:p>
            <a:pPr>
              <a:defRPr/>
            </a:pPr>
            <a:endParaRPr lang="fr-FR"/>
          </a:p>
        </p:txBody>
      </p:sp>
      <p:sp>
        <p:nvSpPr>
          <p:cNvPr id="5" name="Slide Number Placeholder 4"/>
          <p:cNvSpPr>
            <a:spLocks noGrp="1"/>
          </p:cNvSpPr>
          <p:nvPr>
            <p:ph type="sldNum" sz="quarter" idx="12"/>
          </p:nvPr>
        </p:nvSpPr>
        <p:spPr/>
        <p:txBody>
          <a:bodyPr/>
          <a:lstStyle/>
          <a:p>
            <a:fld id="{ED6C3E99-8B47-C94A-9D94-825EC2F57323}" type="slidenum">
              <a:rPr lang="fr-FR" smtClean="0"/>
              <a:pP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fr-FR"/>
          </a:p>
        </p:txBody>
      </p:sp>
      <p:sp>
        <p:nvSpPr>
          <p:cNvPr id="3" name="Footer Placeholder 2"/>
          <p:cNvSpPr>
            <a:spLocks noGrp="1"/>
          </p:cNvSpPr>
          <p:nvPr>
            <p:ph type="ftr" sz="quarter" idx="11"/>
          </p:nvPr>
        </p:nvSpPr>
        <p:spPr/>
        <p:txBody>
          <a:bodyPr/>
          <a:lstStyle/>
          <a:p>
            <a:pPr>
              <a:defRPr/>
            </a:pPr>
            <a:endParaRPr lang="fr-FR"/>
          </a:p>
        </p:txBody>
      </p:sp>
      <p:sp>
        <p:nvSpPr>
          <p:cNvPr id="4" name="Slide Number Placeholder 3"/>
          <p:cNvSpPr>
            <a:spLocks noGrp="1"/>
          </p:cNvSpPr>
          <p:nvPr>
            <p:ph type="sldNum" sz="quarter" idx="12"/>
          </p:nvPr>
        </p:nvSpPr>
        <p:spPr/>
        <p:txBody>
          <a:bodyPr/>
          <a:lstStyle/>
          <a:p>
            <a:fld id="{E76818EE-E1D5-0141-903B-868C7CE2E182}" type="slidenum">
              <a:rPr lang="fr-FR" smtClean="0"/>
              <a:pP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9767207" y="826032"/>
            <a:ext cx="4974163" cy="6490228"/>
          </a:xfrm>
        </p:spPr>
        <p:txBody>
          <a:bodyPr anchor="b"/>
          <a:lstStyle>
            <a:lvl1pPr algn="ctr">
              <a:lnSpc>
                <a:spcPct val="100000"/>
              </a:lnSpc>
              <a:defRPr sz="6004" b="0">
                <a:effectLst>
                  <a:outerShdw blurRad="50800" dist="25400" dir="5400000" algn="t" rotWithShape="0">
                    <a:prstClr val="black">
                      <a:alpha val="25000"/>
                    </a:prstClr>
                  </a:outerShdw>
                </a:effectLst>
              </a:defRPr>
            </a:lvl1pPr>
          </a:lstStyle>
          <a:p>
            <a:r>
              <a:rPr lang="fr-FR"/>
              <a:t>Cliquez et modifiez le titre</a:t>
            </a:r>
            <a:endParaRPr lang="en-US" dirty="0"/>
          </a:p>
        </p:txBody>
      </p:sp>
      <p:sp>
        <p:nvSpPr>
          <p:cNvPr id="3" name="Content Placeholder 2"/>
          <p:cNvSpPr>
            <a:spLocks noGrp="1"/>
          </p:cNvSpPr>
          <p:nvPr>
            <p:ph idx="1"/>
          </p:nvPr>
        </p:nvSpPr>
        <p:spPr>
          <a:xfrm>
            <a:off x="1189075" y="845698"/>
            <a:ext cx="8260520" cy="18128393"/>
          </a:xfrm>
        </p:spPr>
        <p:txBody>
          <a:bodyPr/>
          <a:lstStyle>
            <a:lvl1pPr>
              <a:defRPr sz="6861"/>
            </a:lvl1pPr>
            <a:lvl2pPr>
              <a:defRPr sz="6004"/>
            </a:lvl2pPr>
            <a:lvl3pPr>
              <a:defRPr sz="5146"/>
            </a:lvl3pPr>
            <a:lvl4pPr>
              <a:defRPr sz="4288"/>
            </a:lvl4pPr>
            <a:lvl5pPr>
              <a:defRPr sz="4288"/>
            </a:lvl5pPr>
            <a:lvl6pPr>
              <a:defRPr sz="4288"/>
            </a:lvl6pPr>
            <a:lvl7pPr>
              <a:defRPr sz="4288"/>
            </a:lvl7pPr>
            <a:lvl8pPr>
              <a:defRPr sz="4288"/>
            </a:lvl8pPr>
            <a:lvl9pPr>
              <a:defRPr sz="4288"/>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9767207" y="7552269"/>
            <a:ext cx="4974163" cy="11421822"/>
          </a:xfrm>
        </p:spPr>
        <p:txBody>
          <a:bodyPr>
            <a:normAutofit/>
          </a:bodyPr>
          <a:lstStyle>
            <a:lvl1pPr marL="0" indent="0" algn="ctr">
              <a:lnSpc>
                <a:spcPct val="125000"/>
              </a:lnSpc>
              <a:buNone/>
              <a:defRPr sz="3431"/>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3B240719-A3BA-C741-B060-075073ED67EB}" type="slidenum">
              <a:rPr lang="fr-FR" smtClean="0"/>
              <a:pP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2777132" y="708026"/>
            <a:ext cx="9444342" cy="2773097"/>
          </a:xfrm>
        </p:spPr>
        <p:txBody>
          <a:bodyPr anchor="b"/>
          <a:lstStyle>
            <a:lvl1pPr algn="ctr">
              <a:lnSpc>
                <a:spcPct val="100000"/>
              </a:lnSpc>
              <a:defRPr sz="6004" b="0"/>
            </a:lvl1pPr>
          </a:lstStyle>
          <a:p>
            <a:r>
              <a:rPr lang="fr-FR"/>
              <a:t>Cliquez et modifiez le titre</a:t>
            </a:r>
            <a:endParaRPr lang="en-US" dirty="0"/>
          </a:p>
        </p:txBody>
      </p:sp>
      <p:sp>
        <p:nvSpPr>
          <p:cNvPr id="3" name="Picture Placeholder 2"/>
          <p:cNvSpPr>
            <a:spLocks noGrp="1"/>
          </p:cNvSpPr>
          <p:nvPr>
            <p:ph type="pic" idx="1"/>
          </p:nvPr>
        </p:nvSpPr>
        <p:spPr>
          <a:xfrm>
            <a:off x="2493647" y="3540125"/>
            <a:ext cx="10011318" cy="14064623"/>
          </a:xfrm>
          <a:ln w="76200">
            <a:solidFill>
              <a:schemeClr val="bg1"/>
            </a:solidFill>
          </a:ln>
          <a:effectLst>
            <a:outerShdw blurRad="88900" dist="50800" dir="5400000" algn="ctr" rotWithShape="0">
              <a:srgbClr val="000000">
                <a:alpha val="25000"/>
              </a:srgbClr>
            </a:outerShdw>
          </a:effectLst>
        </p:spPr>
        <p:txBody>
          <a:bodyPr anchor="t"/>
          <a:lstStyle>
            <a:lvl1pPr marL="0" indent="0" algn="ctr">
              <a:buNone/>
              <a:defRPr sz="6861"/>
            </a:lvl1pPr>
            <a:lvl2pPr marL="980328" indent="0">
              <a:buNone/>
              <a:defRPr sz="6004"/>
            </a:lvl2pPr>
            <a:lvl3pPr marL="1960656" indent="0">
              <a:buNone/>
              <a:defRPr sz="5146"/>
            </a:lvl3pPr>
            <a:lvl4pPr marL="2940985" indent="0">
              <a:buNone/>
              <a:defRPr sz="4288"/>
            </a:lvl4pPr>
            <a:lvl5pPr marL="3921313" indent="0">
              <a:buNone/>
              <a:defRPr sz="4288"/>
            </a:lvl5pPr>
            <a:lvl6pPr marL="4901641" indent="0">
              <a:buNone/>
              <a:defRPr sz="4288"/>
            </a:lvl6pPr>
            <a:lvl7pPr marL="5881969" indent="0">
              <a:buNone/>
              <a:defRPr sz="4288"/>
            </a:lvl7pPr>
            <a:lvl8pPr marL="6862298" indent="0">
              <a:buNone/>
              <a:defRPr sz="4288"/>
            </a:lvl8pPr>
            <a:lvl9pPr marL="7842626" indent="0">
              <a:buNone/>
              <a:defRPr sz="4288"/>
            </a:lvl9pPr>
          </a:lstStyle>
          <a:p>
            <a:r>
              <a:rPr lang="fr-FR"/>
              <a:t>Faire glisser l'image vers l'espace réservé ou cliquer sur l'icône pour l'ajouter</a:t>
            </a:r>
            <a:endParaRPr lang="en-US" dirty="0"/>
          </a:p>
        </p:txBody>
      </p:sp>
      <p:sp>
        <p:nvSpPr>
          <p:cNvPr id="4" name="Text Placeholder 3"/>
          <p:cNvSpPr>
            <a:spLocks noGrp="1"/>
          </p:cNvSpPr>
          <p:nvPr>
            <p:ph type="body" sz="half" idx="2"/>
          </p:nvPr>
        </p:nvSpPr>
        <p:spPr>
          <a:xfrm>
            <a:off x="2777132" y="17995636"/>
            <a:ext cx="9444342" cy="1652059"/>
          </a:xfrm>
        </p:spPr>
        <p:txBody>
          <a:bodyPr>
            <a:normAutofit/>
          </a:bodyPr>
          <a:lstStyle>
            <a:lvl1pPr marL="0" indent="0" algn="ctr">
              <a:buNone/>
              <a:defRPr sz="3431"/>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BEE5D621-5730-E044-A2E6-9C6D87F2A93E}" type="slidenum">
              <a:rPr lang="fr-FR" smtClean="0"/>
              <a:pP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8D662ADA-DC72-A84C-B83D-B8652B71C1A6}" type="slidenum">
              <a:rPr lang="fr-FR" smtClean="0"/>
              <a:pP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961529" y="850617"/>
            <a:ext cx="3401854" cy="18123474"/>
          </a:xfrm>
        </p:spPr>
        <p:txBody>
          <a:bodyPr vert="eaVert"/>
          <a:lstStyle/>
          <a:p>
            <a:r>
              <a:rPr lang="fr-FR"/>
              <a:t>Cliquez et modifiez le titre</a:t>
            </a:r>
            <a:endParaRPr lang="en-US" dirty="0"/>
          </a:p>
        </p:txBody>
      </p:sp>
      <p:sp>
        <p:nvSpPr>
          <p:cNvPr id="3" name="Vertical Text Placeholder 2"/>
          <p:cNvSpPr>
            <a:spLocks noGrp="1"/>
          </p:cNvSpPr>
          <p:nvPr>
            <p:ph type="body" orient="vert" idx="1"/>
          </p:nvPr>
        </p:nvSpPr>
        <p:spPr>
          <a:xfrm>
            <a:off x="755968" y="850617"/>
            <a:ext cx="9953572" cy="18123474"/>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B26D0811-CF97-3A45-B9CF-6125AA1550BF}" type="slidenum">
              <a:rPr lang="fr-FR" smtClean="0"/>
              <a:pPr/>
              <a:t>‹N°›</a:t>
            </a:fld>
            <a:endParaRPr lang="fr-F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133951" y="6596888"/>
            <a:ext cx="12851448" cy="4554507"/>
          </a:xfrm>
        </p:spPr>
        <p:txBody>
          <a:bodyPr/>
          <a:lstStyle/>
          <a:p>
            <a:r>
              <a:rPr lang="fr-FR"/>
              <a:t>Cliquez et modifiez le titre</a:t>
            </a:r>
          </a:p>
        </p:txBody>
      </p:sp>
      <p:sp>
        <p:nvSpPr>
          <p:cNvPr id="3" name="Sous-titre 2"/>
          <p:cNvSpPr>
            <a:spLocks noGrp="1"/>
          </p:cNvSpPr>
          <p:nvPr>
            <p:ph type="subTitle" idx="1"/>
          </p:nvPr>
        </p:nvSpPr>
        <p:spPr>
          <a:xfrm>
            <a:off x="2267903" y="12036426"/>
            <a:ext cx="10583545" cy="5429327"/>
          </a:xfrm>
        </p:spPr>
        <p:txBody>
          <a:bodyPr/>
          <a:lstStyle>
            <a:lvl1pPr marL="0" indent="0" algn="ctr">
              <a:buNone/>
              <a:defRPr>
                <a:solidFill>
                  <a:schemeClr val="tx1">
                    <a:tint val="75000"/>
                  </a:schemeClr>
                </a:solidFill>
              </a:defRPr>
            </a:lvl1pPr>
            <a:lvl2pPr marL="980328" indent="0" algn="ctr">
              <a:buNone/>
              <a:defRPr>
                <a:solidFill>
                  <a:schemeClr val="tx1">
                    <a:tint val="75000"/>
                  </a:schemeClr>
                </a:solidFill>
              </a:defRPr>
            </a:lvl2pPr>
            <a:lvl3pPr marL="1960656" indent="0" algn="ctr">
              <a:buNone/>
              <a:defRPr>
                <a:solidFill>
                  <a:schemeClr val="tx1">
                    <a:tint val="75000"/>
                  </a:schemeClr>
                </a:solidFill>
              </a:defRPr>
            </a:lvl3pPr>
            <a:lvl4pPr marL="2940985" indent="0" algn="ctr">
              <a:buNone/>
              <a:defRPr>
                <a:solidFill>
                  <a:schemeClr val="tx1">
                    <a:tint val="75000"/>
                  </a:schemeClr>
                </a:solidFill>
              </a:defRPr>
            </a:lvl4pPr>
            <a:lvl5pPr marL="3921313" indent="0" algn="ctr">
              <a:buNone/>
              <a:defRPr>
                <a:solidFill>
                  <a:schemeClr val="tx1">
                    <a:tint val="75000"/>
                  </a:schemeClr>
                </a:solidFill>
              </a:defRPr>
            </a:lvl5pPr>
            <a:lvl6pPr marL="4901641" indent="0" algn="ctr">
              <a:buNone/>
              <a:defRPr>
                <a:solidFill>
                  <a:schemeClr val="tx1">
                    <a:tint val="75000"/>
                  </a:schemeClr>
                </a:solidFill>
              </a:defRPr>
            </a:lvl6pPr>
            <a:lvl7pPr marL="5881969" indent="0" algn="ctr">
              <a:buNone/>
              <a:defRPr>
                <a:solidFill>
                  <a:schemeClr val="tx1">
                    <a:tint val="75000"/>
                  </a:schemeClr>
                </a:solidFill>
              </a:defRPr>
            </a:lvl7pPr>
            <a:lvl8pPr marL="6862298" indent="0" algn="ctr">
              <a:buNone/>
              <a:defRPr>
                <a:solidFill>
                  <a:schemeClr val="tx1">
                    <a:tint val="75000"/>
                  </a:schemeClr>
                </a:solidFill>
              </a:defRPr>
            </a:lvl8pPr>
            <a:lvl9pPr marL="7842626" indent="0" algn="ctr">
              <a:buNone/>
              <a:defRPr>
                <a:solidFill>
                  <a:schemeClr val="tx1">
                    <a:tint val="75000"/>
                  </a:schemeClr>
                </a:solidFill>
              </a:defRPr>
            </a:lvl9pPr>
          </a:lstStyle>
          <a:p>
            <a:r>
              <a:rPr lang="fr-FR"/>
              <a:t>Cliquez pour modifier le style des sous-titres du masque</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723431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1056461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1193450" y="13649906"/>
            <a:ext cx="12851448" cy="4217515"/>
          </a:xfrm>
        </p:spPr>
        <p:txBody>
          <a:bodyPr anchor="t"/>
          <a:lstStyle>
            <a:lvl1pPr algn="l">
              <a:defRPr sz="8577" b="1" cap="all"/>
            </a:lvl1pPr>
          </a:lstStyle>
          <a:p>
            <a:r>
              <a:rPr lang="fr-FR"/>
              <a:t>Cliquez et modifiez le titre</a:t>
            </a:r>
          </a:p>
        </p:txBody>
      </p:sp>
      <p:sp>
        <p:nvSpPr>
          <p:cNvPr id="3" name="Espace réservé du texte 2"/>
          <p:cNvSpPr>
            <a:spLocks noGrp="1"/>
          </p:cNvSpPr>
          <p:nvPr>
            <p:ph type="body" idx="1"/>
          </p:nvPr>
        </p:nvSpPr>
        <p:spPr>
          <a:xfrm>
            <a:off x="1193450" y="9003493"/>
            <a:ext cx="12851448" cy="4646413"/>
          </a:xfrm>
        </p:spPr>
        <p:txBody>
          <a:bodyPr anchor="b"/>
          <a:lstStyle>
            <a:lvl1pPr marL="0" indent="0">
              <a:buNone/>
              <a:defRPr sz="4288">
                <a:solidFill>
                  <a:schemeClr val="tx1">
                    <a:tint val="75000"/>
                  </a:schemeClr>
                </a:solidFill>
              </a:defRPr>
            </a:lvl1pPr>
            <a:lvl2pPr marL="980328" indent="0">
              <a:buNone/>
              <a:defRPr sz="3860">
                <a:solidFill>
                  <a:schemeClr val="tx1">
                    <a:tint val="75000"/>
                  </a:schemeClr>
                </a:solidFill>
              </a:defRPr>
            </a:lvl2pPr>
            <a:lvl3pPr marL="1960656" indent="0">
              <a:buNone/>
              <a:defRPr sz="3431">
                <a:solidFill>
                  <a:schemeClr val="tx1">
                    <a:tint val="75000"/>
                  </a:schemeClr>
                </a:solidFill>
              </a:defRPr>
            </a:lvl3pPr>
            <a:lvl4pPr marL="2940985" indent="0">
              <a:buNone/>
              <a:defRPr sz="3002">
                <a:solidFill>
                  <a:schemeClr val="tx1">
                    <a:tint val="75000"/>
                  </a:schemeClr>
                </a:solidFill>
              </a:defRPr>
            </a:lvl4pPr>
            <a:lvl5pPr marL="3921313" indent="0">
              <a:buNone/>
              <a:defRPr sz="3002">
                <a:solidFill>
                  <a:schemeClr val="tx1">
                    <a:tint val="75000"/>
                  </a:schemeClr>
                </a:solidFill>
              </a:defRPr>
            </a:lvl5pPr>
            <a:lvl6pPr marL="4901641" indent="0">
              <a:buNone/>
              <a:defRPr sz="3002">
                <a:solidFill>
                  <a:schemeClr val="tx1">
                    <a:tint val="75000"/>
                  </a:schemeClr>
                </a:solidFill>
              </a:defRPr>
            </a:lvl6pPr>
            <a:lvl7pPr marL="5881969" indent="0">
              <a:buNone/>
              <a:defRPr sz="3002">
                <a:solidFill>
                  <a:schemeClr val="tx1">
                    <a:tint val="75000"/>
                  </a:schemeClr>
                </a:solidFill>
              </a:defRPr>
            </a:lvl7pPr>
            <a:lvl8pPr marL="6862298" indent="0">
              <a:buNone/>
              <a:defRPr sz="3002">
                <a:solidFill>
                  <a:schemeClr val="tx1">
                    <a:tint val="75000"/>
                  </a:schemeClr>
                </a:solidFill>
              </a:defRPr>
            </a:lvl8pPr>
            <a:lvl9pPr marL="7842626" indent="0">
              <a:buNone/>
              <a:defRPr sz="3002">
                <a:solidFill>
                  <a:schemeClr val="tx1">
                    <a:tint val="75000"/>
                  </a:schemeClr>
                </a:solidFill>
              </a:defRPr>
            </a:lvl9pPr>
          </a:lstStyle>
          <a:p>
            <a:pPr lvl="0"/>
            <a:r>
              <a:rPr lang="fr-FR"/>
              <a:t>Cliquez pour modifier les styles du texte du masque</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7947408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sz="half" idx="1"/>
          </p:nvPr>
        </p:nvSpPr>
        <p:spPr>
          <a:xfrm>
            <a:off x="755967" y="4956176"/>
            <a:ext cx="6635715" cy="14017533"/>
          </a:xfrm>
        </p:spPr>
        <p:txBody>
          <a:bodyPr/>
          <a:lstStyle>
            <a:lvl1pPr>
              <a:defRPr sz="6004"/>
            </a:lvl1pPr>
            <a:lvl2pPr>
              <a:defRPr sz="5146"/>
            </a:lvl2pPr>
            <a:lvl3pPr>
              <a:defRPr sz="4288"/>
            </a:lvl3pPr>
            <a:lvl4pPr>
              <a:defRPr sz="3860"/>
            </a:lvl4pPr>
            <a:lvl5pPr>
              <a:defRPr sz="3860"/>
            </a:lvl5pPr>
            <a:lvl6pPr>
              <a:defRPr sz="3860"/>
            </a:lvl6pPr>
            <a:lvl7pPr>
              <a:defRPr sz="3860"/>
            </a:lvl7pPr>
            <a:lvl8pPr>
              <a:defRPr sz="3860"/>
            </a:lvl8pPr>
            <a:lvl9pPr>
              <a:defRPr sz="386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7727668" y="4956176"/>
            <a:ext cx="6635715" cy="14017533"/>
          </a:xfrm>
        </p:spPr>
        <p:txBody>
          <a:bodyPr/>
          <a:lstStyle>
            <a:lvl1pPr>
              <a:defRPr sz="6004"/>
            </a:lvl1pPr>
            <a:lvl2pPr>
              <a:defRPr sz="5146"/>
            </a:lvl2pPr>
            <a:lvl3pPr>
              <a:defRPr sz="4288"/>
            </a:lvl3pPr>
            <a:lvl4pPr>
              <a:defRPr sz="3860"/>
            </a:lvl4pPr>
            <a:lvl5pPr>
              <a:defRPr sz="3860"/>
            </a:lvl5pPr>
            <a:lvl6pPr>
              <a:defRPr sz="3860"/>
            </a:lvl6pPr>
            <a:lvl7pPr>
              <a:defRPr sz="3860"/>
            </a:lvl7pPr>
            <a:lvl8pPr>
              <a:defRPr sz="3860"/>
            </a:lvl8pPr>
            <a:lvl9pPr>
              <a:defRPr sz="386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596609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Cliquez et modifiez le titre</a:t>
            </a:r>
          </a:p>
        </p:txBody>
      </p:sp>
      <p:sp>
        <p:nvSpPr>
          <p:cNvPr id="3" name="Espace réservé du texte 2"/>
          <p:cNvSpPr>
            <a:spLocks noGrp="1"/>
          </p:cNvSpPr>
          <p:nvPr>
            <p:ph type="body" idx="1"/>
          </p:nvPr>
        </p:nvSpPr>
        <p:spPr>
          <a:xfrm>
            <a:off x="755967" y="4755343"/>
            <a:ext cx="6681214" cy="1981108"/>
          </a:xfrm>
        </p:spPr>
        <p:txBody>
          <a:bodyPr anchor="b"/>
          <a:lstStyle>
            <a:lvl1pPr marL="0" indent="0">
              <a:buNone/>
              <a:defRPr sz="5146" b="1"/>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4" name="Espace réservé du contenu 3"/>
          <p:cNvSpPr>
            <a:spLocks noGrp="1"/>
          </p:cNvSpPr>
          <p:nvPr>
            <p:ph sz="half" idx="2"/>
          </p:nvPr>
        </p:nvSpPr>
        <p:spPr>
          <a:xfrm>
            <a:off x="755967" y="6736450"/>
            <a:ext cx="6681214" cy="12237258"/>
          </a:xfrm>
        </p:spPr>
        <p:txBody>
          <a:bodyPr/>
          <a:lstStyle>
            <a:lvl1pPr>
              <a:defRPr sz="5146"/>
            </a:lvl1pPr>
            <a:lvl2pPr>
              <a:defRPr sz="4288"/>
            </a:lvl2pPr>
            <a:lvl3pPr>
              <a:defRPr sz="3860"/>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7682172" y="4755343"/>
            <a:ext cx="6681212" cy="1981108"/>
          </a:xfrm>
        </p:spPr>
        <p:txBody>
          <a:bodyPr anchor="b"/>
          <a:lstStyle>
            <a:lvl1pPr marL="0" indent="0">
              <a:buNone/>
              <a:defRPr sz="5146" b="1"/>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6" name="Espace réservé du contenu 5"/>
          <p:cNvSpPr>
            <a:spLocks noGrp="1"/>
          </p:cNvSpPr>
          <p:nvPr>
            <p:ph sz="quarter" idx="4"/>
          </p:nvPr>
        </p:nvSpPr>
        <p:spPr>
          <a:xfrm>
            <a:off x="7682172" y="6736450"/>
            <a:ext cx="6681212" cy="12237258"/>
          </a:xfrm>
        </p:spPr>
        <p:txBody>
          <a:bodyPr/>
          <a:lstStyle>
            <a:lvl1pPr>
              <a:defRPr sz="5146"/>
            </a:lvl1pPr>
            <a:lvl2pPr>
              <a:defRPr sz="4288"/>
            </a:lvl2pPr>
            <a:lvl3pPr>
              <a:defRPr sz="3860"/>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24366212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e la date 2"/>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0665994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42485855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755968" y="844185"/>
            <a:ext cx="4973287" cy="3601396"/>
          </a:xfrm>
        </p:spPr>
        <p:txBody>
          <a:bodyPr anchor="b"/>
          <a:lstStyle>
            <a:lvl1pPr algn="l">
              <a:defRPr sz="4288" b="1"/>
            </a:lvl1pPr>
          </a:lstStyle>
          <a:p>
            <a:r>
              <a:rPr lang="fr-FR"/>
              <a:t>Cliquez et modifiez le titre</a:t>
            </a:r>
          </a:p>
        </p:txBody>
      </p:sp>
      <p:sp>
        <p:nvSpPr>
          <p:cNvPr id="3" name="Espace réservé du contenu 2"/>
          <p:cNvSpPr>
            <a:spLocks noGrp="1"/>
          </p:cNvSpPr>
          <p:nvPr>
            <p:ph idx="1"/>
          </p:nvPr>
        </p:nvSpPr>
        <p:spPr>
          <a:xfrm>
            <a:off x="5911247" y="844185"/>
            <a:ext cx="8452136" cy="18129525"/>
          </a:xfrm>
        </p:spPr>
        <p:txBody>
          <a:bodyPr/>
          <a:lstStyle>
            <a:lvl1pPr>
              <a:defRPr sz="6861"/>
            </a:lvl1pPr>
            <a:lvl2pPr>
              <a:defRPr sz="6004"/>
            </a:lvl2pPr>
            <a:lvl3pPr>
              <a:defRPr sz="5146"/>
            </a:lvl3pPr>
            <a:lvl4pPr>
              <a:defRPr sz="4288"/>
            </a:lvl4pPr>
            <a:lvl5pPr>
              <a:defRPr sz="4288"/>
            </a:lvl5pPr>
            <a:lvl6pPr>
              <a:defRPr sz="4288"/>
            </a:lvl6pPr>
            <a:lvl7pPr>
              <a:defRPr sz="4288"/>
            </a:lvl7pPr>
            <a:lvl8pPr>
              <a:defRPr sz="4288"/>
            </a:lvl8pPr>
            <a:lvl9pPr>
              <a:defRPr sz="4288"/>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755968" y="4445580"/>
            <a:ext cx="4973287" cy="14528128"/>
          </a:xfrm>
        </p:spPr>
        <p:txBody>
          <a:bodyPr/>
          <a:lstStyle>
            <a:lvl1pPr marL="0" indent="0">
              <a:buNone/>
              <a:defRPr sz="3002"/>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2854177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964374" y="14868525"/>
            <a:ext cx="9071610" cy="1756447"/>
          </a:xfrm>
        </p:spPr>
        <p:txBody>
          <a:bodyPr anchor="b"/>
          <a:lstStyle>
            <a:lvl1pPr algn="l">
              <a:defRPr sz="4288" b="1"/>
            </a:lvl1pPr>
          </a:lstStyle>
          <a:p>
            <a:r>
              <a:rPr lang="fr-FR"/>
              <a:t>Cliquez et modifiez le titre</a:t>
            </a:r>
          </a:p>
        </p:txBody>
      </p:sp>
      <p:sp>
        <p:nvSpPr>
          <p:cNvPr id="3" name="Espace réservé pour une image  2"/>
          <p:cNvSpPr>
            <a:spLocks noGrp="1"/>
          </p:cNvSpPr>
          <p:nvPr>
            <p:ph type="pic" idx="1"/>
          </p:nvPr>
        </p:nvSpPr>
        <p:spPr>
          <a:xfrm>
            <a:off x="2964374" y="1899413"/>
            <a:ext cx="9071610" cy="12744450"/>
          </a:xfrm>
        </p:spPr>
        <p:txBody>
          <a:bodyPr/>
          <a:lstStyle>
            <a:lvl1pPr marL="0" indent="0">
              <a:buNone/>
              <a:defRPr sz="6861"/>
            </a:lvl1pPr>
            <a:lvl2pPr marL="980328" indent="0">
              <a:buNone/>
              <a:defRPr sz="6004"/>
            </a:lvl2pPr>
            <a:lvl3pPr marL="1960656" indent="0">
              <a:buNone/>
              <a:defRPr sz="5146"/>
            </a:lvl3pPr>
            <a:lvl4pPr marL="2940985" indent="0">
              <a:buNone/>
              <a:defRPr sz="4288"/>
            </a:lvl4pPr>
            <a:lvl5pPr marL="3921313" indent="0">
              <a:buNone/>
              <a:defRPr sz="4288"/>
            </a:lvl5pPr>
            <a:lvl6pPr marL="4901641" indent="0">
              <a:buNone/>
              <a:defRPr sz="4288"/>
            </a:lvl6pPr>
            <a:lvl7pPr marL="5881969" indent="0">
              <a:buNone/>
              <a:defRPr sz="4288"/>
            </a:lvl7pPr>
            <a:lvl8pPr marL="6862298" indent="0">
              <a:buNone/>
              <a:defRPr sz="4288"/>
            </a:lvl8pPr>
            <a:lvl9pPr marL="7842626" indent="0">
              <a:buNone/>
              <a:defRPr sz="4288"/>
            </a:lvl9pPr>
          </a:lstStyle>
          <a:p>
            <a:endParaRPr lang="fr-FR"/>
          </a:p>
        </p:txBody>
      </p:sp>
      <p:sp>
        <p:nvSpPr>
          <p:cNvPr id="4" name="Espace réservé du texte 3"/>
          <p:cNvSpPr>
            <a:spLocks noGrp="1"/>
          </p:cNvSpPr>
          <p:nvPr>
            <p:ph type="body" sz="half" idx="2"/>
          </p:nvPr>
        </p:nvSpPr>
        <p:spPr>
          <a:xfrm>
            <a:off x="2964374" y="16624972"/>
            <a:ext cx="9071610" cy="2491703"/>
          </a:xfrm>
        </p:spPr>
        <p:txBody>
          <a:bodyPr/>
          <a:lstStyle>
            <a:lvl1pPr marL="0" indent="0">
              <a:buNone/>
              <a:defRPr sz="3002"/>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4395401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428338213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10961529" y="850992"/>
            <a:ext cx="3401854" cy="18122717"/>
          </a:xfrm>
        </p:spPr>
        <p:txBody>
          <a:bodyPr vert="eaVert"/>
          <a:lstStyle/>
          <a:p>
            <a:r>
              <a:rPr lang="fr-FR"/>
              <a:t>Cliquez et modifiez le titre</a:t>
            </a:r>
          </a:p>
        </p:txBody>
      </p:sp>
      <p:sp>
        <p:nvSpPr>
          <p:cNvPr id="3" name="Espace réservé du texte vertical 2"/>
          <p:cNvSpPr>
            <a:spLocks noGrp="1"/>
          </p:cNvSpPr>
          <p:nvPr>
            <p:ph type="body" orient="vert" idx="1"/>
          </p:nvPr>
        </p:nvSpPr>
        <p:spPr>
          <a:xfrm>
            <a:off x="755967" y="850992"/>
            <a:ext cx="9869576" cy="18122717"/>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08/07/2025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62473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1">
          <a:gsLst>
            <a:gs pos="50000">
              <a:schemeClr val="bg1">
                <a:tint val="80000"/>
                <a:satMod val="250000"/>
              </a:schemeClr>
            </a:gs>
            <a:gs pos="66000">
              <a:schemeClr val="bg1">
                <a:tint val="90000"/>
                <a:shade val="90000"/>
                <a:satMod val="200000"/>
              </a:schemeClr>
            </a:gs>
            <a:gs pos="92000">
              <a:schemeClr val="bg1">
                <a:tint val="90000"/>
                <a:shade val="70000"/>
                <a:satMod val="25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55968" y="0"/>
            <a:ext cx="13607415" cy="4956175"/>
          </a:xfrm>
          <a:prstGeom prst="rect">
            <a:avLst/>
          </a:prstGeom>
        </p:spPr>
        <p:txBody>
          <a:bodyPr vert="horz" lIns="91440" tIns="45720" rIns="91440" bIns="45720" rtlCol="0" anchor="b">
            <a:noAutofit/>
          </a:bodyPr>
          <a:lstStyle/>
          <a:p>
            <a:r>
              <a:rPr lang="fr-FR" dirty="0"/>
              <a:t>Cliquez et modifiez le titre</a:t>
            </a:r>
            <a:endParaRPr lang="en-US" dirty="0"/>
          </a:p>
        </p:txBody>
      </p:sp>
      <p:sp>
        <p:nvSpPr>
          <p:cNvPr id="3" name="Text Placeholder 2"/>
          <p:cNvSpPr>
            <a:spLocks noGrp="1"/>
          </p:cNvSpPr>
          <p:nvPr>
            <p:ph type="body" idx="1"/>
          </p:nvPr>
        </p:nvSpPr>
        <p:spPr>
          <a:xfrm>
            <a:off x="755968" y="4956177"/>
            <a:ext cx="13607415" cy="1401791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521620" y="19687031"/>
            <a:ext cx="3449101" cy="1130874"/>
          </a:xfrm>
          <a:prstGeom prst="rect">
            <a:avLst/>
          </a:prstGeom>
        </p:spPr>
        <p:txBody>
          <a:bodyPr vert="horz" lIns="91440" tIns="45720" rIns="45720" bIns="45720" rtlCol="0" anchor="ctr"/>
          <a:lstStyle>
            <a:lvl1pPr algn="r">
              <a:defRPr sz="2573">
                <a:solidFill>
                  <a:schemeClr val="tx1">
                    <a:lumMod val="65000"/>
                    <a:lumOff val="35000"/>
                  </a:schemeClr>
                </a:solidFill>
                <a:latin typeface="Century Gothic" pitchFamily="34" charset="0"/>
              </a:defRPr>
            </a:lvl1pPr>
          </a:lstStyle>
          <a:p>
            <a:pPr>
              <a:defRPr/>
            </a:pPr>
            <a:endParaRPr lang="fr-FR"/>
          </a:p>
        </p:txBody>
      </p:sp>
      <p:sp>
        <p:nvSpPr>
          <p:cNvPr id="5" name="Footer Placeholder 4"/>
          <p:cNvSpPr>
            <a:spLocks noGrp="1"/>
          </p:cNvSpPr>
          <p:nvPr>
            <p:ph type="ftr" sz="quarter" idx="3"/>
          </p:nvPr>
        </p:nvSpPr>
        <p:spPr>
          <a:xfrm>
            <a:off x="1089913" y="19687031"/>
            <a:ext cx="4709047" cy="1130874"/>
          </a:xfrm>
          <a:prstGeom prst="rect">
            <a:avLst/>
          </a:prstGeom>
        </p:spPr>
        <p:txBody>
          <a:bodyPr vert="horz" lIns="45720" tIns="45720" rIns="91440" bIns="45720" rtlCol="0" anchor="ctr"/>
          <a:lstStyle>
            <a:lvl1pPr algn="l">
              <a:defRPr sz="2573">
                <a:solidFill>
                  <a:schemeClr val="tx1">
                    <a:lumMod val="65000"/>
                    <a:lumOff val="35000"/>
                  </a:schemeClr>
                </a:solidFill>
                <a:latin typeface="Century Gothic" pitchFamily="34" charset="0"/>
              </a:defRPr>
            </a:lvl1pPr>
          </a:lstStyle>
          <a:p>
            <a:pPr>
              <a:defRPr/>
            </a:pPr>
            <a:endParaRPr lang="fr-FR"/>
          </a:p>
        </p:txBody>
      </p:sp>
      <p:sp>
        <p:nvSpPr>
          <p:cNvPr id="6" name="Slide Number Placeholder 5"/>
          <p:cNvSpPr>
            <a:spLocks noGrp="1"/>
          </p:cNvSpPr>
          <p:nvPr>
            <p:ph type="sldNum" sz="quarter" idx="4"/>
          </p:nvPr>
        </p:nvSpPr>
        <p:spPr>
          <a:xfrm>
            <a:off x="14126075" y="19687031"/>
            <a:ext cx="929210" cy="1130874"/>
          </a:xfrm>
          <a:prstGeom prst="rect">
            <a:avLst/>
          </a:prstGeom>
        </p:spPr>
        <p:txBody>
          <a:bodyPr vert="horz" lIns="27432" tIns="45720" rIns="45720" bIns="45720" rtlCol="0" anchor="ctr"/>
          <a:lstStyle>
            <a:lvl1pPr algn="l">
              <a:defRPr sz="2573">
                <a:solidFill>
                  <a:schemeClr val="tx1">
                    <a:lumMod val="65000"/>
                    <a:lumOff val="35000"/>
                  </a:schemeClr>
                </a:solidFill>
                <a:latin typeface="Century Gothic" pitchFamily="34" charset="0"/>
              </a:defRPr>
            </a:lvl1pPr>
          </a:lstStyle>
          <a:p>
            <a:fld id="{7F7248DA-52A5-564E-97EF-5C7B8DFA2BD4}" type="slidenum">
              <a:rPr lang="fr-FR" smtClean="0"/>
              <a:pPr/>
              <a:t>‹N°›</a:t>
            </a:fld>
            <a:endParaRPr lang="fr-FR"/>
          </a:p>
        </p:txBody>
      </p:sp>
      <p:sp>
        <p:nvSpPr>
          <p:cNvPr id="7" name="Oval 6"/>
          <p:cNvSpPr/>
          <p:nvPr/>
        </p:nvSpPr>
        <p:spPr>
          <a:xfrm>
            <a:off x="13984672" y="20130036"/>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1960656" rtl="0" eaLnBrk="1" latinLnBrk="0" hangingPunct="1"/>
            <a:endParaRPr lang="en-US" sz="3860" kern="1200">
              <a:solidFill>
                <a:schemeClr val="lt1"/>
              </a:solidFill>
              <a:latin typeface="+mn-lt"/>
              <a:ea typeface="+mn-ea"/>
              <a:cs typeface="+mn-cs"/>
            </a:endParaRPr>
          </a:p>
        </p:txBody>
      </p:sp>
      <p:sp>
        <p:nvSpPr>
          <p:cNvPr id="8" name="Oval 7"/>
          <p:cNvSpPr/>
          <p:nvPr/>
        </p:nvSpPr>
        <p:spPr>
          <a:xfrm>
            <a:off x="941023" y="20130036"/>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ZoneTexte 8"/>
          <p:cNvSpPr txBox="1"/>
          <p:nvPr userDrawn="1"/>
        </p:nvSpPr>
        <p:spPr>
          <a:xfrm>
            <a:off x="14852560" y="1143733"/>
            <a:ext cx="184731" cy="369332"/>
          </a:xfrm>
          <a:prstGeom prst="rect">
            <a:avLst/>
          </a:prstGeom>
          <a:noFill/>
        </p:spPr>
        <p:txBody>
          <a:bodyPr wrap="none" rtlCol="0">
            <a:spAutoFit/>
          </a:bodyPr>
          <a:lstStyle/>
          <a:p>
            <a:endParaRPr lang="fr-FR" dirty="0"/>
          </a:p>
        </p:txBody>
      </p:sp>
      <p:sp>
        <p:nvSpPr>
          <p:cNvPr id="10" name="ZoneTexte 9"/>
          <p:cNvSpPr txBox="1"/>
          <p:nvPr userDrawn="1"/>
        </p:nvSpPr>
        <p:spPr>
          <a:xfrm>
            <a:off x="14908558" y="544635"/>
            <a:ext cx="184731" cy="369332"/>
          </a:xfrm>
          <a:prstGeom prst="rect">
            <a:avLst/>
          </a:prstGeom>
          <a:noFill/>
        </p:spPr>
        <p:txBody>
          <a:bodyPr wrap="none" rtlCol="0">
            <a:spAutoFit/>
          </a:bodyPr>
          <a:lstStyle/>
          <a:p>
            <a:endParaRPr lang="fr-FR" dirty="0"/>
          </a:p>
        </p:txBody>
      </p:sp>
      <p:pic>
        <p:nvPicPr>
          <p:cNvPr id="11" name="Image 10" descr="Capture d’écran 2014-06-16 à 14.59.56.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3567358" y="20038883"/>
            <a:ext cx="634896" cy="553623"/>
          </a:xfrm>
          <a:prstGeom prst="rect">
            <a:avLst/>
          </a:prstGeom>
        </p:spPr>
      </p:pic>
      <p:pic>
        <p:nvPicPr>
          <p:cNvPr id="12" name="Image 11" descr="Capture d’écran 2014-06-16 à 14.59.56.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56844" y="20038883"/>
            <a:ext cx="634896" cy="553623"/>
          </a:xfrm>
          <a:prstGeom prst="rect">
            <a:avLst/>
          </a:prstGeom>
        </p:spPr>
      </p:pic>
    </p:spTree>
  </p:cSld>
  <p:clrMap bg1="lt1" tx1="dk1" bg2="lt2" tx2="dk2" accent1="accent1" accent2="accent2" accent3="accent3" accent4="accent4" accent5="accent5" accent6="accent6" hlink="hlink" folHlink="folHlink"/>
  <p:sldLayoutIdLst>
    <p:sldLayoutId id="2147483957" r:id="rId1"/>
    <p:sldLayoutId id="2147483958" r:id="rId2"/>
    <p:sldLayoutId id="2147483959" r:id="rId3"/>
    <p:sldLayoutId id="2147483960" r:id="rId4"/>
    <p:sldLayoutId id="2147483961" r:id="rId5"/>
    <p:sldLayoutId id="2147483962" r:id="rId6"/>
    <p:sldLayoutId id="2147483963" r:id="rId7"/>
    <p:sldLayoutId id="2147483964" r:id="rId8"/>
    <p:sldLayoutId id="2147483965" r:id="rId9"/>
    <p:sldLayoutId id="2147483966" r:id="rId10"/>
    <p:sldLayoutId id="2147483967" r:id="rId11"/>
  </p:sldLayoutIdLst>
  <p:txStyles>
    <p:titleStyle>
      <a:lvl1pPr algn="ctr" defTabSz="1960656" rtl="0" eaLnBrk="1" latinLnBrk="0" hangingPunct="1">
        <a:lnSpc>
          <a:spcPts val="12436"/>
        </a:lnSpc>
        <a:spcBef>
          <a:spcPct val="0"/>
        </a:spcBef>
        <a:buNone/>
        <a:defRPr sz="11579"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735246" indent="-735246" algn="l" defTabSz="1960656" rtl="0" eaLnBrk="1" latinLnBrk="0" hangingPunct="1">
        <a:spcBef>
          <a:spcPct val="20000"/>
        </a:spcBef>
        <a:buFont typeface="Arial" pitchFamily="34" charset="0"/>
        <a:buChar char="•"/>
        <a:defRPr sz="5146" kern="1200">
          <a:solidFill>
            <a:schemeClr val="tx1">
              <a:lumMod val="50000"/>
              <a:lumOff val="50000"/>
            </a:schemeClr>
          </a:solidFill>
          <a:latin typeface="+mj-lt"/>
          <a:ea typeface="+mn-ea"/>
          <a:cs typeface="+mn-cs"/>
        </a:defRPr>
      </a:lvl1pPr>
      <a:lvl2pPr marL="1593033" indent="-612705"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2pPr>
      <a:lvl3pPr marL="2450821"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3pPr>
      <a:lvl4pPr marL="3431149"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4pPr>
      <a:lvl5pPr marL="4411477"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5pPr>
      <a:lvl6pPr marL="5391805"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6pPr>
      <a:lvl7pPr marL="6372134"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7pPr>
      <a:lvl8pPr marL="7352462"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8pPr>
      <a:lvl9pPr marL="8332790"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9pPr>
    </p:bodyStyle>
    <p:otherStyle>
      <a:defPPr>
        <a:defRPr lang="en-US"/>
      </a:defPPr>
      <a:lvl1pPr marL="0" algn="l" defTabSz="1960656" rtl="0" eaLnBrk="1" latinLnBrk="0" hangingPunct="1">
        <a:defRPr sz="3860" kern="1200">
          <a:solidFill>
            <a:schemeClr val="tx1"/>
          </a:solidFill>
          <a:latin typeface="+mn-lt"/>
          <a:ea typeface="+mn-ea"/>
          <a:cs typeface="+mn-cs"/>
        </a:defRPr>
      </a:lvl1pPr>
      <a:lvl2pPr marL="980328" algn="l" defTabSz="1960656" rtl="0" eaLnBrk="1" latinLnBrk="0" hangingPunct="1">
        <a:defRPr sz="3860" kern="1200">
          <a:solidFill>
            <a:schemeClr val="tx1"/>
          </a:solidFill>
          <a:latin typeface="+mn-lt"/>
          <a:ea typeface="+mn-ea"/>
          <a:cs typeface="+mn-cs"/>
        </a:defRPr>
      </a:lvl2pPr>
      <a:lvl3pPr marL="1960656" algn="l" defTabSz="1960656" rtl="0" eaLnBrk="1" latinLnBrk="0" hangingPunct="1">
        <a:defRPr sz="3860" kern="1200">
          <a:solidFill>
            <a:schemeClr val="tx1"/>
          </a:solidFill>
          <a:latin typeface="+mn-lt"/>
          <a:ea typeface="+mn-ea"/>
          <a:cs typeface="+mn-cs"/>
        </a:defRPr>
      </a:lvl3pPr>
      <a:lvl4pPr marL="2940985" algn="l" defTabSz="1960656" rtl="0" eaLnBrk="1" latinLnBrk="0" hangingPunct="1">
        <a:defRPr sz="3860" kern="1200">
          <a:solidFill>
            <a:schemeClr val="tx1"/>
          </a:solidFill>
          <a:latin typeface="+mn-lt"/>
          <a:ea typeface="+mn-ea"/>
          <a:cs typeface="+mn-cs"/>
        </a:defRPr>
      </a:lvl4pPr>
      <a:lvl5pPr marL="3921313" algn="l" defTabSz="1960656" rtl="0" eaLnBrk="1" latinLnBrk="0" hangingPunct="1">
        <a:defRPr sz="3860" kern="1200">
          <a:solidFill>
            <a:schemeClr val="tx1"/>
          </a:solidFill>
          <a:latin typeface="+mn-lt"/>
          <a:ea typeface="+mn-ea"/>
          <a:cs typeface="+mn-cs"/>
        </a:defRPr>
      </a:lvl5pPr>
      <a:lvl6pPr marL="4901641" algn="l" defTabSz="1960656" rtl="0" eaLnBrk="1" latinLnBrk="0" hangingPunct="1">
        <a:defRPr sz="3860" kern="1200">
          <a:solidFill>
            <a:schemeClr val="tx1"/>
          </a:solidFill>
          <a:latin typeface="+mn-lt"/>
          <a:ea typeface="+mn-ea"/>
          <a:cs typeface="+mn-cs"/>
        </a:defRPr>
      </a:lvl6pPr>
      <a:lvl7pPr marL="5881969" algn="l" defTabSz="1960656" rtl="0" eaLnBrk="1" latinLnBrk="0" hangingPunct="1">
        <a:defRPr sz="3860" kern="1200">
          <a:solidFill>
            <a:schemeClr val="tx1"/>
          </a:solidFill>
          <a:latin typeface="+mn-lt"/>
          <a:ea typeface="+mn-ea"/>
          <a:cs typeface="+mn-cs"/>
        </a:defRPr>
      </a:lvl7pPr>
      <a:lvl8pPr marL="6862298" algn="l" defTabSz="1960656" rtl="0" eaLnBrk="1" latinLnBrk="0" hangingPunct="1">
        <a:defRPr sz="3860" kern="1200">
          <a:solidFill>
            <a:schemeClr val="tx1"/>
          </a:solidFill>
          <a:latin typeface="+mn-lt"/>
          <a:ea typeface="+mn-ea"/>
          <a:cs typeface="+mn-cs"/>
        </a:defRPr>
      </a:lvl8pPr>
      <a:lvl9pPr marL="7842626" algn="l" defTabSz="1960656" rtl="0" eaLnBrk="1" latinLnBrk="0" hangingPunct="1">
        <a:defRPr sz="38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755968" y="850992"/>
            <a:ext cx="13607415" cy="3540125"/>
          </a:xfrm>
          <a:prstGeom prst="rect">
            <a:avLst/>
          </a:prstGeom>
        </p:spPr>
        <p:txBody>
          <a:bodyPr vert="horz" lIns="91440" tIns="45720" rIns="91440" bIns="45720" rtlCol="0" anchor="ctr">
            <a:normAutofit/>
          </a:bodyPr>
          <a:lstStyle/>
          <a:p>
            <a:r>
              <a:rPr lang="fr-FR"/>
              <a:t>Cliquez et modifiez le titre</a:t>
            </a:r>
          </a:p>
        </p:txBody>
      </p:sp>
      <p:sp>
        <p:nvSpPr>
          <p:cNvPr id="3" name="Espace réservé du texte 2"/>
          <p:cNvSpPr>
            <a:spLocks noGrp="1"/>
          </p:cNvSpPr>
          <p:nvPr>
            <p:ph type="body" idx="1"/>
          </p:nvPr>
        </p:nvSpPr>
        <p:spPr>
          <a:xfrm>
            <a:off x="755968" y="4956176"/>
            <a:ext cx="13607415" cy="1401753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755968" y="19688541"/>
            <a:ext cx="3527848" cy="1130117"/>
          </a:xfrm>
          <a:prstGeom prst="rect">
            <a:avLst/>
          </a:prstGeom>
        </p:spPr>
        <p:txBody>
          <a:bodyPr vert="horz" lIns="91440" tIns="45720" rIns="91440" bIns="45720" rtlCol="0" anchor="ctr"/>
          <a:lstStyle>
            <a:lvl1pPr algn="l">
              <a:defRPr sz="2573">
                <a:solidFill>
                  <a:schemeClr val="tx1">
                    <a:tint val="75000"/>
                  </a:schemeClr>
                </a:solidFill>
              </a:defRPr>
            </a:lvl1pPr>
          </a:lstStyle>
          <a:p>
            <a:fld id="{AD05A290-EEC8-AA45-893E-68B7630F5009}" type="datetimeFigureOut">
              <a:rPr lang="fr-FR" smtClean="0"/>
              <a:pPr/>
              <a:t>08/07/2025</a:t>
            </a:fld>
            <a:endParaRPr lang="fr-FR"/>
          </a:p>
        </p:txBody>
      </p:sp>
      <p:sp>
        <p:nvSpPr>
          <p:cNvPr id="5" name="Espace réservé du pied de page 4"/>
          <p:cNvSpPr>
            <a:spLocks noGrp="1"/>
          </p:cNvSpPr>
          <p:nvPr>
            <p:ph type="ftr" sz="quarter" idx="3"/>
          </p:nvPr>
        </p:nvSpPr>
        <p:spPr>
          <a:xfrm>
            <a:off x="5165778" y="19688541"/>
            <a:ext cx="4787794" cy="1130117"/>
          </a:xfrm>
          <a:prstGeom prst="rect">
            <a:avLst/>
          </a:prstGeom>
        </p:spPr>
        <p:txBody>
          <a:bodyPr vert="horz" lIns="91440" tIns="45720" rIns="91440" bIns="45720" rtlCol="0" anchor="ctr"/>
          <a:lstStyle>
            <a:lvl1pPr algn="ctr">
              <a:defRPr sz="2573">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10835534" y="19688541"/>
            <a:ext cx="3527848" cy="1130117"/>
          </a:xfrm>
          <a:prstGeom prst="rect">
            <a:avLst/>
          </a:prstGeom>
        </p:spPr>
        <p:txBody>
          <a:bodyPr vert="horz" lIns="91440" tIns="45720" rIns="91440" bIns="45720" rtlCol="0" anchor="ctr"/>
          <a:lstStyle>
            <a:lvl1pPr algn="r">
              <a:defRPr sz="2573">
                <a:solidFill>
                  <a:schemeClr val="tx1">
                    <a:tint val="75000"/>
                  </a:schemeClr>
                </a:solidFill>
              </a:defRPr>
            </a:lvl1pPr>
          </a:lstStyle>
          <a:p>
            <a:fld id="{52FDFB71-09E7-1441-AB0E-A463589FF432}" type="slidenum">
              <a:rPr lang="fr-FR" smtClean="0"/>
              <a:pPr/>
              <a:t>‹N°›</a:t>
            </a:fld>
            <a:endParaRPr lang="fr-FR"/>
          </a:p>
        </p:txBody>
      </p:sp>
    </p:spTree>
    <p:extLst>
      <p:ext uri="{BB962C8B-B14F-4D97-AF65-F5344CB8AC3E}">
        <p14:creationId xmlns:p14="http://schemas.microsoft.com/office/powerpoint/2010/main" val="781214021"/>
      </p:ext>
    </p:extLst>
  </p:cSld>
  <p:clrMap bg1="lt1" tx1="dk1" bg2="lt2" tx2="dk2" accent1="accent1" accent2="accent2" accent3="accent3" accent4="accent4" accent5="accent5" accent6="accent6" hlink="hlink" folHlink="folHlink"/>
  <p:sldLayoutIdLst>
    <p:sldLayoutId id="2147483969" r:id="rId1"/>
    <p:sldLayoutId id="2147483970" r:id="rId2"/>
    <p:sldLayoutId id="2147483971" r:id="rId3"/>
    <p:sldLayoutId id="2147483972" r:id="rId4"/>
    <p:sldLayoutId id="2147483973" r:id="rId5"/>
    <p:sldLayoutId id="2147483974" r:id="rId6"/>
    <p:sldLayoutId id="2147483975" r:id="rId7"/>
    <p:sldLayoutId id="2147483976" r:id="rId8"/>
    <p:sldLayoutId id="2147483977" r:id="rId9"/>
    <p:sldLayoutId id="2147483978" r:id="rId10"/>
    <p:sldLayoutId id="2147483979" r:id="rId11"/>
  </p:sldLayoutIdLst>
  <p:txStyles>
    <p:titleStyle>
      <a:lvl1pPr algn="ctr" defTabSz="980328" rtl="0" eaLnBrk="1" latinLnBrk="0" hangingPunct="1">
        <a:spcBef>
          <a:spcPct val="0"/>
        </a:spcBef>
        <a:buNone/>
        <a:defRPr sz="9434" kern="1200">
          <a:solidFill>
            <a:schemeClr val="tx1"/>
          </a:solidFill>
          <a:latin typeface="+mj-lt"/>
          <a:ea typeface="+mj-ea"/>
          <a:cs typeface="+mj-cs"/>
        </a:defRPr>
      </a:lvl1pPr>
    </p:titleStyle>
    <p:bodyStyle>
      <a:lvl1pPr marL="735246" indent="-735246" algn="l" defTabSz="980328" rtl="0" eaLnBrk="1" latinLnBrk="0" hangingPunct="1">
        <a:spcBef>
          <a:spcPct val="20000"/>
        </a:spcBef>
        <a:buFont typeface="Arial"/>
        <a:buChar char="•"/>
        <a:defRPr sz="6861" kern="1200">
          <a:solidFill>
            <a:schemeClr val="tx1"/>
          </a:solidFill>
          <a:latin typeface="+mn-lt"/>
          <a:ea typeface="+mn-ea"/>
          <a:cs typeface="+mn-cs"/>
        </a:defRPr>
      </a:lvl1pPr>
      <a:lvl2pPr marL="1593033" indent="-612705" algn="l" defTabSz="980328" rtl="0" eaLnBrk="1" latinLnBrk="0" hangingPunct="1">
        <a:spcBef>
          <a:spcPct val="20000"/>
        </a:spcBef>
        <a:buFont typeface="Arial"/>
        <a:buChar char="–"/>
        <a:defRPr sz="6004" kern="1200">
          <a:solidFill>
            <a:schemeClr val="tx1"/>
          </a:solidFill>
          <a:latin typeface="+mn-lt"/>
          <a:ea typeface="+mn-ea"/>
          <a:cs typeface="+mn-cs"/>
        </a:defRPr>
      </a:lvl2pPr>
      <a:lvl3pPr marL="2450821" indent="-490164" algn="l" defTabSz="980328" rtl="0" eaLnBrk="1" latinLnBrk="0" hangingPunct="1">
        <a:spcBef>
          <a:spcPct val="20000"/>
        </a:spcBef>
        <a:buFont typeface="Arial"/>
        <a:buChar char="•"/>
        <a:defRPr sz="5146" kern="1200">
          <a:solidFill>
            <a:schemeClr val="tx1"/>
          </a:solidFill>
          <a:latin typeface="+mn-lt"/>
          <a:ea typeface="+mn-ea"/>
          <a:cs typeface="+mn-cs"/>
        </a:defRPr>
      </a:lvl3pPr>
      <a:lvl4pPr marL="3431149" indent="-490164" algn="l" defTabSz="980328" rtl="0" eaLnBrk="1" latinLnBrk="0" hangingPunct="1">
        <a:spcBef>
          <a:spcPct val="20000"/>
        </a:spcBef>
        <a:buFont typeface="Arial"/>
        <a:buChar char="–"/>
        <a:defRPr sz="4288" kern="1200">
          <a:solidFill>
            <a:schemeClr val="tx1"/>
          </a:solidFill>
          <a:latin typeface="+mn-lt"/>
          <a:ea typeface="+mn-ea"/>
          <a:cs typeface="+mn-cs"/>
        </a:defRPr>
      </a:lvl4pPr>
      <a:lvl5pPr marL="4411477" indent="-490164" algn="l" defTabSz="980328" rtl="0" eaLnBrk="1" latinLnBrk="0" hangingPunct="1">
        <a:spcBef>
          <a:spcPct val="20000"/>
        </a:spcBef>
        <a:buFont typeface="Arial"/>
        <a:buChar char="»"/>
        <a:defRPr sz="4288" kern="1200">
          <a:solidFill>
            <a:schemeClr val="tx1"/>
          </a:solidFill>
          <a:latin typeface="+mn-lt"/>
          <a:ea typeface="+mn-ea"/>
          <a:cs typeface="+mn-cs"/>
        </a:defRPr>
      </a:lvl5pPr>
      <a:lvl6pPr marL="5391805" indent="-490164" algn="l" defTabSz="980328" rtl="0" eaLnBrk="1" latinLnBrk="0" hangingPunct="1">
        <a:spcBef>
          <a:spcPct val="20000"/>
        </a:spcBef>
        <a:buFont typeface="Arial"/>
        <a:buChar char="•"/>
        <a:defRPr sz="4288" kern="1200">
          <a:solidFill>
            <a:schemeClr val="tx1"/>
          </a:solidFill>
          <a:latin typeface="+mn-lt"/>
          <a:ea typeface="+mn-ea"/>
          <a:cs typeface="+mn-cs"/>
        </a:defRPr>
      </a:lvl6pPr>
      <a:lvl7pPr marL="6372134" indent="-490164" algn="l" defTabSz="980328" rtl="0" eaLnBrk="1" latinLnBrk="0" hangingPunct="1">
        <a:spcBef>
          <a:spcPct val="20000"/>
        </a:spcBef>
        <a:buFont typeface="Arial"/>
        <a:buChar char="•"/>
        <a:defRPr sz="4288" kern="1200">
          <a:solidFill>
            <a:schemeClr val="tx1"/>
          </a:solidFill>
          <a:latin typeface="+mn-lt"/>
          <a:ea typeface="+mn-ea"/>
          <a:cs typeface="+mn-cs"/>
        </a:defRPr>
      </a:lvl7pPr>
      <a:lvl8pPr marL="7352462" indent="-490164" algn="l" defTabSz="980328" rtl="0" eaLnBrk="1" latinLnBrk="0" hangingPunct="1">
        <a:spcBef>
          <a:spcPct val="20000"/>
        </a:spcBef>
        <a:buFont typeface="Arial"/>
        <a:buChar char="•"/>
        <a:defRPr sz="4288" kern="1200">
          <a:solidFill>
            <a:schemeClr val="tx1"/>
          </a:solidFill>
          <a:latin typeface="+mn-lt"/>
          <a:ea typeface="+mn-ea"/>
          <a:cs typeface="+mn-cs"/>
        </a:defRPr>
      </a:lvl8pPr>
      <a:lvl9pPr marL="8332790" indent="-490164" algn="l" defTabSz="980328" rtl="0" eaLnBrk="1" latinLnBrk="0" hangingPunct="1">
        <a:spcBef>
          <a:spcPct val="20000"/>
        </a:spcBef>
        <a:buFont typeface="Arial"/>
        <a:buChar char="•"/>
        <a:defRPr sz="4288" kern="1200">
          <a:solidFill>
            <a:schemeClr val="tx1"/>
          </a:solidFill>
          <a:latin typeface="+mn-lt"/>
          <a:ea typeface="+mn-ea"/>
          <a:cs typeface="+mn-cs"/>
        </a:defRPr>
      </a:lvl9pPr>
    </p:bodyStyle>
    <p:otherStyle>
      <a:defPPr>
        <a:defRPr lang="fr-FR"/>
      </a:defPPr>
      <a:lvl1pPr marL="0" algn="l" defTabSz="980328" rtl="0" eaLnBrk="1" latinLnBrk="0" hangingPunct="1">
        <a:defRPr sz="3860" kern="1200">
          <a:solidFill>
            <a:schemeClr val="tx1"/>
          </a:solidFill>
          <a:latin typeface="+mn-lt"/>
          <a:ea typeface="+mn-ea"/>
          <a:cs typeface="+mn-cs"/>
        </a:defRPr>
      </a:lvl1pPr>
      <a:lvl2pPr marL="980328" algn="l" defTabSz="980328" rtl="0" eaLnBrk="1" latinLnBrk="0" hangingPunct="1">
        <a:defRPr sz="3860" kern="1200">
          <a:solidFill>
            <a:schemeClr val="tx1"/>
          </a:solidFill>
          <a:latin typeface="+mn-lt"/>
          <a:ea typeface="+mn-ea"/>
          <a:cs typeface="+mn-cs"/>
        </a:defRPr>
      </a:lvl2pPr>
      <a:lvl3pPr marL="1960656" algn="l" defTabSz="980328" rtl="0" eaLnBrk="1" latinLnBrk="0" hangingPunct="1">
        <a:defRPr sz="3860" kern="1200">
          <a:solidFill>
            <a:schemeClr val="tx1"/>
          </a:solidFill>
          <a:latin typeface="+mn-lt"/>
          <a:ea typeface="+mn-ea"/>
          <a:cs typeface="+mn-cs"/>
        </a:defRPr>
      </a:lvl3pPr>
      <a:lvl4pPr marL="2940985" algn="l" defTabSz="980328" rtl="0" eaLnBrk="1" latinLnBrk="0" hangingPunct="1">
        <a:defRPr sz="3860" kern="1200">
          <a:solidFill>
            <a:schemeClr val="tx1"/>
          </a:solidFill>
          <a:latin typeface="+mn-lt"/>
          <a:ea typeface="+mn-ea"/>
          <a:cs typeface="+mn-cs"/>
        </a:defRPr>
      </a:lvl4pPr>
      <a:lvl5pPr marL="3921313" algn="l" defTabSz="980328" rtl="0" eaLnBrk="1" latinLnBrk="0" hangingPunct="1">
        <a:defRPr sz="3860" kern="1200">
          <a:solidFill>
            <a:schemeClr val="tx1"/>
          </a:solidFill>
          <a:latin typeface="+mn-lt"/>
          <a:ea typeface="+mn-ea"/>
          <a:cs typeface="+mn-cs"/>
        </a:defRPr>
      </a:lvl5pPr>
      <a:lvl6pPr marL="4901641" algn="l" defTabSz="980328" rtl="0" eaLnBrk="1" latinLnBrk="0" hangingPunct="1">
        <a:defRPr sz="3860" kern="1200">
          <a:solidFill>
            <a:schemeClr val="tx1"/>
          </a:solidFill>
          <a:latin typeface="+mn-lt"/>
          <a:ea typeface="+mn-ea"/>
          <a:cs typeface="+mn-cs"/>
        </a:defRPr>
      </a:lvl6pPr>
      <a:lvl7pPr marL="5881969" algn="l" defTabSz="980328" rtl="0" eaLnBrk="1" latinLnBrk="0" hangingPunct="1">
        <a:defRPr sz="3860" kern="1200">
          <a:solidFill>
            <a:schemeClr val="tx1"/>
          </a:solidFill>
          <a:latin typeface="+mn-lt"/>
          <a:ea typeface="+mn-ea"/>
          <a:cs typeface="+mn-cs"/>
        </a:defRPr>
      </a:lvl7pPr>
      <a:lvl8pPr marL="6862298" algn="l" defTabSz="980328" rtl="0" eaLnBrk="1" latinLnBrk="0" hangingPunct="1">
        <a:defRPr sz="3860" kern="1200">
          <a:solidFill>
            <a:schemeClr val="tx1"/>
          </a:solidFill>
          <a:latin typeface="+mn-lt"/>
          <a:ea typeface="+mn-ea"/>
          <a:cs typeface="+mn-cs"/>
        </a:defRPr>
      </a:lvl8pPr>
      <a:lvl9pPr marL="7842626" algn="l" defTabSz="980328" rtl="0" eaLnBrk="1" latinLnBrk="0" hangingPunct="1">
        <a:defRPr sz="38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1.png"/><Relationship Id="rId3" Type="http://schemas.microsoft.com/office/2018/10/relationships/comments" Target="../comments/modernComment_100_0.xml"/><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5" Type="http://schemas.openxmlformats.org/officeDocument/2006/relationships/image" Target="../media/image12.png"/><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image" Target="../media/image6.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Rectangle 183"/>
          <p:cNvSpPr/>
          <p:nvPr/>
        </p:nvSpPr>
        <p:spPr>
          <a:xfrm>
            <a:off x="370868" y="247083"/>
            <a:ext cx="14354525" cy="2779943"/>
          </a:xfrm>
          <a:prstGeom prst="rect">
            <a:avLst/>
          </a:prstGeom>
          <a:solidFill>
            <a:schemeClr val="lt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fr-FR"/>
          </a:p>
        </p:txBody>
      </p:sp>
      <p:sp>
        <p:nvSpPr>
          <p:cNvPr id="2056" name="Rectangle 91"/>
          <p:cNvSpPr>
            <a:spLocks noChangeArrowheads="1"/>
          </p:cNvSpPr>
          <p:nvPr/>
        </p:nvSpPr>
        <p:spPr bwMode="auto">
          <a:xfrm>
            <a:off x="364231" y="3192606"/>
            <a:ext cx="14354525" cy="17833404"/>
          </a:xfrm>
          <a:prstGeom prst="rect">
            <a:avLst/>
          </a:prstGeom>
          <a:solidFill>
            <a:schemeClr val="lt1">
              <a:alpha val="0"/>
            </a:schemeClr>
          </a:solidFill>
          <a:ln w="12700" cmpd="sng">
            <a:headEnd/>
            <a:tailEnd/>
          </a:ln>
        </p:spPr>
        <p:style>
          <a:lnRef idx="2">
            <a:schemeClr val="dk1"/>
          </a:lnRef>
          <a:fillRef idx="1">
            <a:schemeClr val="lt1"/>
          </a:fillRef>
          <a:effectRef idx="0">
            <a:schemeClr val="dk1"/>
          </a:effectRef>
          <a:fontRef idx="minor">
            <a:schemeClr val="dk1"/>
          </a:fontRef>
        </p:style>
        <p:txBody>
          <a:bodyPr wrap="none" anchor="t"/>
          <a:lstStyle/>
          <a:p>
            <a:pPr algn="l"/>
            <a:endParaRPr lang="fr-FR" sz="2573" dirty="0"/>
          </a:p>
        </p:txBody>
      </p:sp>
      <p:sp>
        <p:nvSpPr>
          <p:cNvPr id="2065" name="Rectangle 1261"/>
          <p:cNvSpPr>
            <a:spLocks noChangeArrowheads="1"/>
          </p:cNvSpPr>
          <p:nvPr/>
        </p:nvSpPr>
        <p:spPr bwMode="auto">
          <a:xfrm>
            <a:off x="614881" y="739395"/>
            <a:ext cx="13976686"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spAutoFit/>
          </a:bodyPr>
          <a:lstStyle/>
          <a:p>
            <a:r>
              <a:rPr lang="fr-FR" sz="2000" b="1" dirty="0"/>
              <a:t>Conception et réalisation d'une pince à trois doigts souples</a:t>
            </a:r>
            <a:endParaRPr lang="en-US" altLang="zh-CN" sz="4000" b="1" dirty="0">
              <a:latin typeface="Arial" pitchFamily="34" charset="0"/>
              <a:ea typeface="宋体" pitchFamily="2" charset="-122"/>
              <a:cs typeface="Arial" pitchFamily="34" charset="0"/>
            </a:endParaRPr>
          </a:p>
        </p:txBody>
      </p:sp>
      <p:sp>
        <p:nvSpPr>
          <p:cNvPr id="7" name="Rectangle 6"/>
          <p:cNvSpPr>
            <a:spLocks noChangeAspect="1"/>
          </p:cNvSpPr>
          <p:nvPr/>
        </p:nvSpPr>
        <p:spPr>
          <a:xfrm>
            <a:off x="366619" y="232955"/>
            <a:ext cx="14354525" cy="2779943"/>
          </a:xfrm>
          <a:prstGeom prst="rect">
            <a:avLst/>
          </a:prstGeom>
          <a:noFill/>
          <a:ln w="12700" cmpd="sng"/>
        </p:spPr>
        <p:style>
          <a:lnRef idx="2">
            <a:schemeClr val="dk1"/>
          </a:lnRef>
          <a:fillRef idx="1">
            <a:schemeClr val="lt1"/>
          </a:fillRef>
          <a:effectRef idx="0">
            <a:schemeClr val="dk1"/>
          </a:effectRef>
          <a:fontRef idx="minor">
            <a:schemeClr val="dk1"/>
          </a:fontRef>
        </p:style>
        <p:txBody>
          <a:bodyPr rtlCol="0" anchor="ctr"/>
          <a:lstStyle/>
          <a:p>
            <a:pPr algn="ctr"/>
            <a:endParaRPr lang="fr-FR" dirty="0"/>
          </a:p>
        </p:txBody>
      </p:sp>
      <p:sp>
        <p:nvSpPr>
          <p:cNvPr id="11" name="Text Box 2"/>
          <p:cNvSpPr txBox="1">
            <a:spLocks noChangeArrowheads="1"/>
          </p:cNvSpPr>
          <p:nvPr/>
        </p:nvSpPr>
        <p:spPr bwMode="auto">
          <a:xfrm>
            <a:off x="4369793" y="1449532"/>
            <a:ext cx="6343403" cy="1533753"/>
          </a:xfrm>
          <a:prstGeom prst="rect">
            <a:avLst/>
          </a:prstGeom>
          <a:noFill/>
          <a:ln w="9525">
            <a:noFill/>
            <a:miter lim="800000"/>
            <a:headEnd/>
            <a:tailEnd/>
          </a:ln>
        </p:spPr>
        <p:txBody>
          <a:bodyPr wrap="none">
            <a:spAutoFit/>
          </a:bodyPr>
          <a:lstStyle/>
          <a:p>
            <a:pPr>
              <a:spcBef>
                <a:spcPts val="1287"/>
              </a:spcBef>
            </a:pPr>
            <a:r>
              <a:rPr lang="fr-FR" sz="2400" noProof="0" dirty="0">
                <a:latin typeface="Arial" pitchFamily="34" charset="0"/>
                <a:ea typeface="宋体" pitchFamily="2" charset="-122"/>
                <a:cs typeface="Arial" pitchFamily="34" charset="0"/>
              </a:rPr>
              <a:t>Julien SAGNES, Minh </a:t>
            </a:r>
            <a:r>
              <a:rPr lang="fr-FR" sz="2400" noProof="0" dirty="0" err="1">
                <a:latin typeface="Arial" pitchFamily="34" charset="0"/>
                <a:ea typeface="宋体" pitchFamily="2" charset="-122"/>
                <a:cs typeface="Arial" pitchFamily="34" charset="0"/>
              </a:rPr>
              <a:t>Nhut</a:t>
            </a:r>
            <a:r>
              <a:rPr lang="fr-FR" sz="2400" noProof="0" dirty="0">
                <a:latin typeface="Arial" pitchFamily="34" charset="0"/>
                <a:ea typeface="宋体" pitchFamily="2" charset="-122"/>
                <a:cs typeface="Arial" pitchFamily="34" charset="0"/>
              </a:rPr>
              <a:t> Nguyen, SAR/ISI</a:t>
            </a:r>
          </a:p>
          <a:p>
            <a:pPr>
              <a:spcBef>
                <a:spcPts val="1287"/>
              </a:spcBef>
            </a:pPr>
            <a:r>
              <a:rPr lang="fr-FR" sz="2400" noProof="0" dirty="0">
                <a:latin typeface="Arial" pitchFamily="34" charset="0"/>
                <a:ea typeface="宋体" pitchFamily="2" charset="-122"/>
                <a:cs typeface="Arial" pitchFamily="34" charset="0"/>
              </a:rPr>
              <a:t>Projet de M1 - Sciences pour l’ingénieur</a:t>
            </a:r>
          </a:p>
          <a:p>
            <a:pPr>
              <a:spcBef>
                <a:spcPts val="1287"/>
              </a:spcBef>
            </a:pPr>
            <a:r>
              <a:rPr lang="fr-FR" sz="2400" noProof="0" dirty="0">
                <a:latin typeface="Arial" pitchFamily="34" charset="0"/>
                <a:ea typeface="宋体" pitchFamily="2" charset="-122"/>
                <a:cs typeface="Arial" pitchFamily="34" charset="0"/>
              </a:rPr>
              <a:t>Sorbonne Université, année 2024-2025</a:t>
            </a:r>
          </a:p>
        </p:txBody>
      </p:sp>
      <p:pic>
        <p:nvPicPr>
          <p:cNvPr id="3" name="Image 2"/>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12236974" y="611163"/>
            <a:ext cx="2183783" cy="1827744"/>
          </a:xfrm>
          <a:prstGeom prst="rect">
            <a:avLst/>
          </a:prstGeom>
        </p:spPr>
      </p:pic>
      <p:pic>
        <p:nvPicPr>
          <p:cNvPr id="5" name="Image 4"/>
          <p:cNvPicPr>
            <a:picLocks noChangeAspect="1"/>
          </p:cNvPicPr>
          <p:nvPr/>
        </p:nvPicPr>
        <p:blipFill>
          <a:blip r:embed="rId5"/>
          <a:stretch>
            <a:fillRect/>
          </a:stretch>
        </p:blipFill>
        <p:spPr>
          <a:xfrm>
            <a:off x="527783" y="427031"/>
            <a:ext cx="3276364" cy="2312728"/>
          </a:xfrm>
          <a:prstGeom prst="rect">
            <a:avLst/>
          </a:prstGeom>
        </p:spPr>
      </p:pic>
      <p:sp>
        <p:nvSpPr>
          <p:cNvPr id="4" name="ZoneTexte 3">
            <a:extLst>
              <a:ext uri="{FF2B5EF4-FFF2-40B4-BE49-F238E27FC236}">
                <a16:creationId xmlns:a16="http://schemas.microsoft.com/office/drawing/2014/main" id="{53817EF6-065D-6485-FE4D-22BBCACDE441}"/>
              </a:ext>
            </a:extLst>
          </p:cNvPr>
          <p:cNvSpPr txBox="1"/>
          <p:nvPr/>
        </p:nvSpPr>
        <p:spPr>
          <a:xfrm>
            <a:off x="619846" y="3375321"/>
            <a:ext cx="3693640"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Objectif du projet</a:t>
            </a:r>
          </a:p>
        </p:txBody>
      </p:sp>
      <p:sp>
        <p:nvSpPr>
          <p:cNvPr id="6" name="ZoneTexte 5">
            <a:extLst>
              <a:ext uri="{FF2B5EF4-FFF2-40B4-BE49-F238E27FC236}">
                <a16:creationId xmlns:a16="http://schemas.microsoft.com/office/drawing/2014/main" id="{D4FE468A-1CF3-9902-F81A-C263323A1F36}"/>
              </a:ext>
            </a:extLst>
          </p:cNvPr>
          <p:cNvSpPr txBox="1"/>
          <p:nvPr/>
        </p:nvSpPr>
        <p:spPr>
          <a:xfrm>
            <a:off x="688775" y="4139676"/>
            <a:ext cx="7063440" cy="2246769"/>
          </a:xfrm>
          <a:prstGeom prst="rect">
            <a:avLst/>
          </a:prstGeom>
          <a:noFill/>
        </p:spPr>
        <p:txBody>
          <a:bodyPr wrap="square" rtlCol="0">
            <a:spAutoFit/>
          </a:bodyPr>
          <a:lstStyle/>
          <a:p>
            <a:pPr algn="l"/>
            <a:r>
              <a:rPr lang="fr-FR" sz="2000" dirty="0">
                <a:latin typeface="Grandview" panose="020B0502040204020203" pitchFamily="34" charset="0"/>
              </a:rPr>
              <a:t>Simulation et fabrication d’une </a:t>
            </a:r>
            <a:r>
              <a:rPr lang="fr-FR" sz="2000" b="1" dirty="0">
                <a:latin typeface="Grandview" panose="020B0502040204020203" pitchFamily="34" charset="0"/>
              </a:rPr>
              <a:t>pince à trois doigts souples en TPU</a:t>
            </a:r>
            <a:r>
              <a:rPr lang="fr-FR" sz="2000" dirty="0">
                <a:latin typeface="Grandview" panose="020B0502040204020203" pitchFamily="34" charset="0"/>
              </a:rPr>
              <a:t>, destinée à la préhension d’objets comme des fruits et des légumes. Les doigts, dont la géométrie s’inspire de la </a:t>
            </a:r>
            <a:r>
              <a:rPr lang="fr-FR" sz="2000" b="1" dirty="0">
                <a:latin typeface="Grandview" panose="020B0502040204020203" pitchFamily="34" charset="0"/>
              </a:rPr>
              <a:t>spirale logarithmique</a:t>
            </a:r>
            <a:r>
              <a:rPr lang="fr-FR" sz="2000" dirty="0">
                <a:latin typeface="Grandview" panose="020B0502040204020203" pitchFamily="34" charset="0"/>
              </a:rPr>
              <a:t>, sont actionnés par des </a:t>
            </a:r>
            <a:r>
              <a:rPr lang="fr-FR" sz="2000" b="1" dirty="0">
                <a:latin typeface="Grandview" panose="020B0502040204020203" pitchFamily="34" charset="0"/>
              </a:rPr>
              <a:t>câbles via un système vis-écrou</a:t>
            </a:r>
            <a:r>
              <a:rPr lang="fr-FR" sz="2000" dirty="0">
                <a:latin typeface="Grandview" panose="020B0502040204020203" pitchFamily="34" charset="0"/>
              </a:rPr>
              <a:t>. Leur </a:t>
            </a:r>
            <a:r>
              <a:rPr lang="fr-FR" sz="2000" b="1" dirty="0">
                <a:latin typeface="Grandview" panose="020B0502040204020203" pitchFamily="34" charset="0"/>
              </a:rPr>
              <a:t>flexibilité</a:t>
            </a:r>
            <a:r>
              <a:rPr lang="fr-FR" sz="2000" dirty="0">
                <a:latin typeface="Grandview" panose="020B0502040204020203" pitchFamily="34" charset="0"/>
              </a:rPr>
              <a:t> assure le retour en position droite après le relâchement des câbles, d’où la nécessité d’</a:t>
            </a:r>
            <a:r>
              <a:rPr lang="fr-FR" sz="2000" b="1" dirty="0">
                <a:latin typeface="Grandview" panose="020B0502040204020203" pitchFamily="34" charset="0"/>
              </a:rPr>
              <a:t>éviter toute plastification </a:t>
            </a:r>
            <a:r>
              <a:rPr lang="fr-FR" sz="2000" dirty="0">
                <a:latin typeface="Grandview" panose="020B0502040204020203" pitchFamily="34" charset="0"/>
              </a:rPr>
              <a:t>du matériau.</a:t>
            </a:r>
          </a:p>
        </p:txBody>
      </p:sp>
      <p:sp>
        <p:nvSpPr>
          <p:cNvPr id="32" name="ZoneTexte 31">
            <a:extLst>
              <a:ext uri="{FF2B5EF4-FFF2-40B4-BE49-F238E27FC236}">
                <a16:creationId xmlns:a16="http://schemas.microsoft.com/office/drawing/2014/main" id="{8B2CC8FF-A54D-7FD5-D901-A75C79248DCA}"/>
              </a:ext>
            </a:extLst>
          </p:cNvPr>
          <p:cNvSpPr txBox="1"/>
          <p:nvPr/>
        </p:nvSpPr>
        <p:spPr>
          <a:xfrm>
            <a:off x="688775" y="12194545"/>
            <a:ext cx="2023311"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Méthodes</a:t>
            </a:r>
          </a:p>
        </p:txBody>
      </p:sp>
      <p:sp>
        <p:nvSpPr>
          <p:cNvPr id="33" name="ZoneTexte 32">
            <a:extLst>
              <a:ext uri="{FF2B5EF4-FFF2-40B4-BE49-F238E27FC236}">
                <a16:creationId xmlns:a16="http://schemas.microsoft.com/office/drawing/2014/main" id="{BA1C820A-E9D3-5B2C-E539-750AAEAFC3B6}"/>
              </a:ext>
            </a:extLst>
          </p:cNvPr>
          <p:cNvSpPr txBox="1"/>
          <p:nvPr/>
        </p:nvSpPr>
        <p:spPr>
          <a:xfrm>
            <a:off x="692419" y="13053052"/>
            <a:ext cx="6491832" cy="4093428"/>
          </a:xfrm>
          <a:prstGeom prst="rect">
            <a:avLst/>
          </a:prstGeom>
          <a:noFill/>
        </p:spPr>
        <p:txBody>
          <a:bodyPr wrap="square" rtlCol="0">
            <a:spAutoFit/>
          </a:bodyPr>
          <a:lstStyle/>
          <a:p>
            <a:pPr marL="342900" indent="-342900" algn="l">
              <a:buFont typeface="Arial" panose="020B0604020202020204" pitchFamily="34" charset="0"/>
              <a:buChar char="•"/>
            </a:pPr>
            <a:r>
              <a:rPr lang="fr-FR" sz="2000" dirty="0">
                <a:latin typeface="Grandview" panose="020B0502040204020203" pitchFamily="34" charset="0"/>
              </a:rPr>
              <a:t>Modélisation et conception des pièces sur </a:t>
            </a:r>
            <a:r>
              <a:rPr lang="fr-FR" sz="2000" b="1" dirty="0">
                <a:latin typeface="Grandview" panose="020B0502040204020203" pitchFamily="34" charset="0"/>
              </a:rPr>
              <a:t>SolidWorks</a:t>
            </a:r>
            <a:r>
              <a:rPr lang="fr-FR" sz="2000" dirty="0">
                <a:latin typeface="Grandview" panose="020B0502040204020203" pitchFamily="34" charset="0"/>
              </a:rPr>
              <a:t>, en prenant en compte les aspects de conception tels que les </a:t>
            </a:r>
            <a:r>
              <a:rPr lang="fr-FR" sz="2000" b="1" dirty="0">
                <a:latin typeface="Grandview" panose="020B0502040204020203" pitchFamily="34" charset="0"/>
              </a:rPr>
              <a:t>jeux</a:t>
            </a:r>
            <a:r>
              <a:rPr lang="fr-FR" sz="2000" dirty="0">
                <a:latin typeface="Grandview" panose="020B0502040204020203" pitchFamily="34" charset="0"/>
              </a:rPr>
              <a:t>, les </a:t>
            </a:r>
            <a:r>
              <a:rPr lang="fr-FR" sz="2000" b="1" dirty="0">
                <a:latin typeface="Grandview" panose="020B0502040204020203" pitchFamily="34" charset="0"/>
              </a:rPr>
              <a:t>frottements</a:t>
            </a:r>
            <a:r>
              <a:rPr lang="fr-FR" sz="2000" dirty="0">
                <a:latin typeface="Grandview" panose="020B0502040204020203" pitchFamily="34" charset="0"/>
              </a:rPr>
              <a:t>, l’</a:t>
            </a:r>
            <a:r>
              <a:rPr lang="fr-FR" sz="2000" b="1" dirty="0">
                <a:latin typeface="Grandview" panose="020B0502040204020203" pitchFamily="34" charset="0"/>
              </a:rPr>
              <a:t>hyperstatisme</a:t>
            </a:r>
            <a:r>
              <a:rPr lang="fr-FR" sz="2000" dirty="0">
                <a:latin typeface="Grandview" panose="020B0502040204020203" pitchFamily="34" charset="0"/>
              </a:rPr>
              <a:t> ainsi que la </a:t>
            </a:r>
            <a:r>
              <a:rPr lang="fr-FR" sz="2000" b="1" dirty="0">
                <a:latin typeface="Grandview" panose="020B0502040204020203" pitchFamily="34" charset="0"/>
              </a:rPr>
              <a:t>transmission du couple </a:t>
            </a:r>
            <a:r>
              <a:rPr lang="fr-FR" sz="2000" dirty="0">
                <a:latin typeface="Grandview" panose="020B0502040204020203" pitchFamily="34" charset="0"/>
              </a:rPr>
              <a:t>moteur vers la vis.</a:t>
            </a:r>
          </a:p>
          <a:p>
            <a:pPr marL="342900" indent="-342900" algn="l">
              <a:buFont typeface="Arial" panose="020B0604020202020204" pitchFamily="34" charset="0"/>
              <a:buChar char="•"/>
            </a:pPr>
            <a:r>
              <a:rPr lang="fr-FR" sz="2000" dirty="0">
                <a:latin typeface="Grandview" panose="020B0502040204020203" pitchFamily="34" charset="0"/>
              </a:rPr>
              <a:t>Simulation par éléments finis de la pince sous </a:t>
            </a:r>
            <a:r>
              <a:rPr lang="fr-FR" sz="2000" b="1" dirty="0">
                <a:latin typeface="Grandview" panose="020B0502040204020203" pitchFamily="34" charset="0"/>
              </a:rPr>
              <a:t>SolidWorks Simulation</a:t>
            </a:r>
            <a:r>
              <a:rPr lang="fr-FR" sz="2000" dirty="0">
                <a:latin typeface="Grandview" panose="020B0502040204020203" pitchFamily="34" charset="0"/>
              </a:rPr>
              <a:t>, avec une analyse de l’élasticité à partir des </a:t>
            </a:r>
            <a:r>
              <a:rPr lang="fr-FR" sz="2000" b="1" dirty="0">
                <a:latin typeface="Grandview" panose="020B0502040204020203" pitchFamily="34" charset="0"/>
              </a:rPr>
              <a:t>contraintes équivalentes de Von Mises</a:t>
            </a:r>
            <a:r>
              <a:rPr lang="fr-FR" sz="2000" dirty="0">
                <a:latin typeface="Grandview" panose="020B0502040204020203" pitchFamily="34" charset="0"/>
              </a:rPr>
              <a:t>, afin de vérifier que le matériau reste dans le domaine élastique et n’entre pas en plasticité.</a:t>
            </a:r>
          </a:p>
          <a:p>
            <a:pPr marL="342900" indent="-342900" algn="l">
              <a:buFont typeface="Arial" panose="020B0604020202020204" pitchFamily="34" charset="0"/>
              <a:buChar char="•"/>
            </a:pPr>
            <a:r>
              <a:rPr lang="fr-FR" sz="2000" dirty="0">
                <a:latin typeface="Grandview" panose="020B0502040204020203" pitchFamily="34" charset="0"/>
              </a:rPr>
              <a:t>Réalisation de la pince en combinant des pièces </a:t>
            </a:r>
            <a:r>
              <a:rPr lang="fr-FR" sz="2000" b="1" dirty="0">
                <a:latin typeface="Grandview" panose="020B0502040204020203" pitchFamily="34" charset="0"/>
              </a:rPr>
              <a:t>MAKERBEAM</a:t>
            </a:r>
            <a:r>
              <a:rPr lang="fr-FR" sz="2000" dirty="0">
                <a:latin typeface="Grandview" panose="020B0502040204020203" pitchFamily="34" charset="0"/>
              </a:rPr>
              <a:t> et des éléments </a:t>
            </a:r>
            <a:r>
              <a:rPr lang="fr-FR" sz="2000" b="1" dirty="0">
                <a:latin typeface="Grandview" panose="020B0502040204020203" pitchFamily="34" charset="0"/>
              </a:rPr>
              <a:t>imprimés en 3D</a:t>
            </a:r>
            <a:r>
              <a:rPr lang="fr-FR" sz="2000" dirty="0">
                <a:latin typeface="Grandview" panose="020B0502040204020203" pitchFamily="34" charset="0"/>
              </a:rPr>
              <a:t>.</a:t>
            </a:r>
          </a:p>
        </p:txBody>
      </p:sp>
      <p:sp>
        <p:nvSpPr>
          <p:cNvPr id="9" name="ZoneTexte 8">
            <a:extLst>
              <a:ext uri="{FF2B5EF4-FFF2-40B4-BE49-F238E27FC236}">
                <a16:creationId xmlns:a16="http://schemas.microsoft.com/office/drawing/2014/main" id="{797309A0-B04B-86C3-0DDF-29848D4F1F1B}"/>
              </a:ext>
            </a:extLst>
          </p:cNvPr>
          <p:cNvSpPr txBox="1"/>
          <p:nvPr/>
        </p:nvSpPr>
        <p:spPr>
          <a:xfrm>
            <a:off x="8195201" y="3375321"/>
            <a:ext cx="1883849"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Résultats</a:t>
            </a:r>
          </a:p>
        </p:txBody>
      </p:sp>
      <p:sp>
        <p:nvSpPr>
          <p:cNvPr id="10" name="ZoneTexte 9">
            <a:extLst>
              <a:ext uri="{FF2B5EF4-FFF2-40B4-BE49-F238E27FC236}">
                <a16:creationId xmlns:a16="http://schemas.microsoft.com/office/drawing/2014/main" id="{F7163E9F-F387-AA82-92F2-995D5B528CB7}"/>
              </a:ext>
            </a:extLst>
          </p:cNvPr>
          <p:cNvSpPr txBox="1"/>
          <p:nvPr/>
        </p:nvSpPr>
        <p:spPr>
          <a:xfrm>
            <a:off x="688775" y="17699071"/>
            <a:ext cx="2194832" cy="646331"/>
          </a:xfrm>
          <a:prstGeom prst="rect">
            <a:avLst/>
          </a:prstGeom>
          <a:noFill/>
          <a:ln>
            <a:solidFill>
              <a:schemeClr val="tx1"/>
            </a:solidFill>
          </a:ln>
        </p:spPr>
        <p:txBody>
          <a:bodyPr wrap="none" rtlCol="0">
            <a:spAutoFit/>
          </a:bodyPr>
          <a:lstStyle/>
          <a:p>
            <a:r>
              <a:rPr lang="fr-FR" sz="3600" dirty="0">
                <a:solidFill>
                  <a:schemeClr val="tx2"/>
                </a:solidFill>
                <a:latin typeface="Berlin Sans FB" panose="020E0602020502020306" pitchFamily="34" charset="0"/>
              </a:rPr>
              <a:t>Conclusion</a:t>
            </a:r>
          </a:p>
        </p:txBody>
      </p:sp>
      <p:grpSp>
        <p:nvGrpSpPr>
          <p:cNvPr id="18" name="Groupe 17">
            <a:extLst>
              <a:ext uri="{FF2B5EF4-FFF2-40B4-BE49-F238E27FC236}">
                <a16:creationId xmlns:a16="http://schemas.microsoft.com/office/drawing/2014/main" id="{348806F0-6F60-247F-7A79-EB89F1B6FC0D}"/>
              </a:ext>
            </a:extLst>
          </p:cNvPr>
          <p:cNvGrpSpPr/>
          <p:nvPr/>
        </p:nvGrpSpPr>
        <p:grpSpPr>
          <a:xfrm>
            <a:off x="860797" y="6350818"/>
            <a:ext cx="5920118" cy="2641479"/>
            <a:chOff x="1653800" y="7148919"/>
            <a:chExt cx="4556380" cy="2021760"/>
          </a:xfrm>
        </p:grpSpPr>
        <p:pic>
          <p:nvPicPr>
            <p:cNvPr id="14" name="Image 13" descr="Une image contenant texte, diagramme, cercle, capture d’écran&#10;&#10;Le contenu généré par l’IA peut être incorrect.">
              <a:extLst>
                <a:ext uri="{FF2B5EF4-FFF2-40B4-BE49-F238E27FC236}">
                  <a16:creationId xmlns:a16="http://schemas.microsoft.com/office/drawing/2014/main" id="{4CFA417F-B582-0A1F-C498-20D8AFD06BB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53800" y="7148919"/>
              <a:ext cx="4556380" cy="2021760"/>
            </a:xfrm>
            <a:prstGeom prst="rect">
              <a:avLst/>
            </a:prstGeom>
          </p:spPr>
        </p:pic>
        <p:sp>
          <p:nvSpPr>
            <p:cNvPr id="17" name="Rectangle 16">
              <a:extLst>
                <a:ext uri="{FF2B5EF4-FFF2-40B4-BE49-F238E27FC236}">
                  <a16:creationId xmlns:a16="http://schemas.microsoft.com/office/drawing/2014/main" id="{54216D39-8C29-866D-D82F-374F32776D62}"/>
                </a:ext>
              </a:extLst>
            </p:cNvPr>
            <p:cNvSpPr/>
            <p:nvPr/>
          </p:nvSpPr>
          <p:spPr>
            <a:xfrm>
              <a:off x="3707247" y="7148919"/>
              <a:ext cx="2502933" cy="483124"/>
            </a:xfrm>
            <a:prstGeom prst="rect">
              <a:avLst/>
            </a:prstGeom>
            <a:solidFill>
              <a:schemeClr val="bg1"/>
            </a:solidFill>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grpSp>
      <mc:AlternateContent xmlns:mc="http://schemas.openxmlformats.org/markup-compatibility/2006" xmlns:a14="http://schemas.microsoft.com/office/drawing/2010/main">
        <mc:Choice Requires="a14">
          <p:sp>
            <p:nvSpPr>
              <p:cNvPr id="2" name="ZoneTexte 1">
                <a:extLst>
                  <a:ext uri="{FF2B5EF4-FFF2-40B4-BE49-F238E27FC236}">
                    <a16:creationId xmlns:a16="http://schemas.microsoft.com/office/drawing/2014/main" id="{4C9C7473-640D-E58C-360B-62ED61A225AD}"/>
                  </a:ext>
                </a:extLst>
              </p:cNvPr>
              <p:cNvSpPr txBox="1"/>
              <p:nvPr/>
            </p:nvSpPr>
            <p:spPr>
              <a:xfrm>
                <a:off x="8022153" y="4107979"/>
                <a:ext cx="6710201" cy="1938992"/>
              </a:xfrm>
              <a:prstGeom prst="rect">
                <a:avLst/>
              </a:prstGeom>
              <a:noFill/>
            </p:spPr>
            <p:txBody>
              <a:bodyPr wrap="square" rtlCol="0">
                <a:spAutoFit/>
              </a:bodyPr>
              <a:lstStyle/>
              <a:p>
                <a:pPr algn="l"/>
                <a:r>
                  <a:rPr lang="fr-FR" sz="2000" dirty="0">
                    <a:latin typeface="Grandview" panose="020B0502040204020203" pitchFamily="34" charset="0"/>
                  </a:rPr>
                  <a:t>Matériau pour les doigts : </a:t>
                </a:r>
                <a:r>
                  <a:rPr lang="fr-FR" sz="2000" b="1" dirty="0">
                    <a:latin typeface="Grandview" panose="020B0502040204020203" pitchFamily="34" charset="0"/>
                  </a:rPr>
                  <a:t>eTPU-95a</a:t>
                </a:r>
              </a:p>
              <a:p>
                <a:pPr marL="342900" indent="-342900" algn="l">
                  <a:buFont typeface="Arial" panose="020B0604020202020204" pitchFamily="34" charset="0"/>
                  <a:buChar char="•"/>
                </a:pPr>
                <a:r>
                  <a:rPr lang="fr-FR" sz="2000" dirty="0">
                    <a:latin typeface="Grandview" panose="020B0502040204020203" pitchFamily="34" charset="0"/>
                  </a:rPr>
                  <a:t>Module d’Young : 30 MPa, et </a:t>
                </a:r>
                <a14:m>
                  <m:oMath xmlns:m="http://schemas.openxmlformats.org/officeDocument/2006/math">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𝜎</m:t>
                        </m:r>
                      </m:e>
                      <m:sub>
                        <m:r>
                          <a:rPr lang="fr-FR" sz="2000" b="0" i="1" smtClean="0">
                            <a:latin typeface="Cambria Math" panose="02040503050406030204" pitchFamily="18" charset="0"/>
                          </a:rPr>
                          <m:t>𝑚𝑎𝑥</m:t>
                        </m:r>
                      </m:sub>
                    </m:sSub>
                  </m:oMath>
                </a14:m>
                <a:r>
                  <a:rPr lang="fr-FR" sz="2000" dirty="0">
                    <a:latin typeface="Grandview" panose="020B0502040204020203" pitchFamily="34" charset="0"/>
                  </a:rPr>
                  <a:t> = 8,6 MPa</a:t>
                </a:r>
              </a:p>
              <a:p>
                <a:pPr algn="l"/>
                <a:r>
                  <a:rPr lang="fr-FR" sz="2000" dirty="0">
                    <a:latin typeface="Grandview" panose="020B0502040204020203" pitchFamily="34" charset="0"/>
                  </a:rPr>
                  <a:t>Matériau pour les autres pièces : </a:t>
                </a:r>
                <a:r>
                  <a:rPr lang="fr-FR" sz="2000" b="1" dirty="0">
                    <a:latin typeface="Grandview" panose="020B0502040204020203" pitchFamily="34" charset="0"/>
                  </a:rPr>
                  <a:t>PLA</a:t>
                </a:r>
              </a:p>
              <a:p>
                <a:pPr marL="342900" indent="-342900" algn="l">
                  <a:buFont typeface="Arial" panose="020B0604020202020204" pitchFamily="34" charset="0"/>
                  <a:buChar char="•"/>
                </a:pPr>
                <a:r>
                  <a:rPr lang="fr-FR" sz="2000" dirty="0">
                    <a:latin typeface="Grandview" panose="020B0502040204020203" pitchFamily="34" charset="0"/>
                  </a:rPr>
                  <a:t>Module d’Young : 30000 MPa</a:t>
                </a:r>
              </a:p>
              <a:p>
                <a:pPr algn="l"/>
                <a:r>
                  <a:rPr lang="fr-FR" sz="2000" dirty="0">
                    <a:latin typeface="Grandview" panose="020B0502040204020203" pitchFamily="34" charset="0"/>
                  </a:rPr>
                  <a:t>Grâce à sa rigidité supérieure, le </a:t>
                </a:r>
                <a:r>
                  <a:rPr lang="fr-FR" sz="2000" b="1" dirty="0">
                    <a:latin typeface="Grandview" panose="020B0502040204020203" pitchFamily="34" charset="0"/>
                  </a:rPr>
                  <a:t>PLA</a:t>
                </a:r>
                <a:r>
                  <a:rPr lang="fr-FR" sz="2000" dirty="0">
                    <a:latin typeface="Grandview" panose="020B0502040204020203" pitchFamily="34" charset="0"/>
                  </a:rPr>
                  <a:t> garantit que les déformations se produisent uniquement dans les doigts.</a:t>
                </a:r>
              </a:p>
            </p:txBody>
          </p:sp>
        </mc:Choice>
        <mc:Fallback xmlns="">
          <p:sp>
            <p:nvSpPr>
              <p:cNvPr id="2" name="ZoneTexte 1">
                <a:extLst>
                  <a:ext uri="{FF2B5EF4-FFF2-40B4-BE49-F238E27FC236}">
                    <a16:creationId xmlns:a16="http://schemas.microsoft.com/office/drawing/2014/main" id="{4C9C7473-640D-E58C-360B-62ED61A225AD}"/>
                  </a:ext>
                </a:extLst>
              </p:cNvPr>
              <p:cNvSpPr txBox="1">
                <a:spLocks noRot="1" noChangeAspect="1" noMove="1" noResize="1" noEditPoints="1" noAdjustHandles="1" noChangeArrowheads="1" noChangeShapeType="1" noTextEdit="1"/>
              </p:cNvSpPr>
              <p:nvPr/>
            </p:nvSpPr>
            <p:spPr>
              <a:xfrm>
                <a:off x="8022153" y="4107979"/>
                <a:ext cx="6710201" cy="1938992"/>
              </a:xfrm>
              <a:prstGeom prst="rect">
                <a:avLst/>
              </a:prstGeom>
              <a:blipFill>
                <a:blip r:embed="rId8"/>
                <a:stretch>
                  <a:fillRect l="-999" t="-1887" b="-4717"/>
                </a:stretch>
              </a:blipFill>
            </p:spPr>
            <p:txBody>
              <a:bodyPr/>
              <a:lstStyle/>
              <a:p>
                <a:r>
                  <a:rPr lang="fr-FR">
                    <a:noFill/>
                  </a:rPr>
                  <a:t> </a:t>
                </a:r>
              </a:p>
            </p:txBody>
          </p:sp>
        </mc:Fallback>
      </mc:AlternateContent>
      <p:pic>
        <p:nvPicPr>
          <p:cNvPr id="15" name="Image 14">
            <a:extLst>
              <a:ext uri="{FF2B5EF4-FFF2-40B4-BE49-F238E27FC236}">
                <a16:creationId xmlns:a16="http://schemas.microsoft.com/office/drawing/2014/main" id="{4A7FCAFB-B34D-8278-25AA-AD29AED29D8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673845" y="6568215"/>
            <a:ext cx="2766303" cy="2830743"/>
          </a:xfrm>
          <a:prstGeom prst="rect">
            <a:avLst/>
          </a:prstGeom>
        </p:spPr>
      </p:pic>
      <p:pic>
        <p:nvPicPr>
          <p:cNvPr id="19" name="Image 18" descr="Une image contenant capture d’écran&#10;&#10;Le contenu généré par l’IA peut être incorrect.">
            <a:extLst>
              <a:ext uri="{FF2B5EF4-FFF2-40B4-BE49-F238E27FC236}">
                <a16:creationId xmlns:a16="http://schemas.microsoft.com/office/drawing/2014/main" id="{C006E4BB-D2D7-F069-023F-A5676347677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155551" y="6568215"/>
            <a:ext cx="3295934" cy="2830743"/>
          </a:xfrm>
          <a:prstGeom prst="rect">
            <a:avLst/>
          </a:prstGeom>
        </p:spPr>
      </p:pic>
      <p:sp>
        <p:nvSpPr>
          <p:cNvPr id="22" name="ZoneTexte 21">
            <a:extLst>
              <a:ext uri="{FF2B5EF4-FFF2-40B4-BE49-F238E27FC236}">
                <a16:creationId xmlns:a16="http://schemas.microsoft.com/office/drawing/2014/main" id="{79955613-CD37-F288-8B6B-803F909EF8C3}"/>
              </a:ext>
            </a:extLst>
          </p:cNvPr>
          <p:cNvSpPr txBox="1"/>
          <p:nvPr/>
        </p:nvSpPr>
        <p:spPr>
          <a:xfrm>
            <a:off x="8716607" y="6155879"/>
            <a:ext cx="184730" cy="400110"/>
          </a:xfrm>
          <a:prstGeom prst="rect">
            <a:avLst/>
          </a:prstGeom>
          <a:noFill/>
        </p:spPr>
        <p:txBody>
          <a:bodyPr wrap="none" rtlCol="0">
            <a:spAutoFit/>
          </a:bodyPr>
          <a:lstStyle/>
          <a:p>
            <a:endParaRPr lang="fr-FR" sz="2000" dirty="0">
              <a:latin typeface="Grandview" panose="020B0502040204020203" pitchFamily="34" charset="0"/>
            </a:endParaRPr>
          </a:p>
        </p:txBody>
      </p:sp>
      <p:sp>
        <p:nvSpPr>
          <p:cNvPr id="23" name="ZoneTexte 22">
            <a:extLst>
              <a:ext uri="{FF2B5EF4-FFF2-40B4-BE49-F238E27FC236}">
                <a16:creationId xmlns:a16="http://schemas.microsoft.com/office/drawing/2014/main" id="{BFFE58B0-2AE4-1EB6-82C0-94306E5923C3}"/>
              </a:ext>
            </a:extLst>
          </p:cNvPr>
          <p:cNvSpPr txBox="1"/>
          <p:nvPr/>
        </p:nvSpPr>
        <p:spPr>
          <a:xfrm>
            <a:off x="8155551" y="6131484"/>
            <a:ext cx="3693640" cy="400110"/>
          </a:xfrm>
          <a:prstGeom prst="rect">
            <a:avLst/>
          </a:prstGeom>
          <a:noFill/>
        </p:spPr>
        <p:txBody>
          <a:bodyPr wrap="none" rtlCol="0">
            <a:spAutoFit/>
          </a:bodyPr>
          <a:lstStyle/>
          <a:p>
            <a:r>
              <a:rPr lang="fr-FR" sz="2000" b="1" dirty="0">
                <a:latin typeface="Grandview" panose="020B0502040204020203" pitchFamily="34" charset="0"/>
              </a:rPr>
              <a:t>Simulation par éléments finis :</a:t>
            </a:r>
          </a:p>
        </p:txBody>
      </p:sp>
      <p:pic>
        <p:nvPicPr>
          <p:cNvPr id="25" name="Image 24" descr="Une image contenant capture d’écran&#10;&#10;Le contenu généré par l’IA peut être incorrect.">
            <a:extLst>
              <a:ext uri="{FF2B5EF4-FFF2-40B4-BE49-F238E27FC236}">
                <a16:creationId xmlns:a16="http://schemas.microsoft.com/office/drawing/2014/main" id="{8720E50D-9863-1B1C-73F2-6DEA99F9B17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707313" y="9595280"/>
            <a:ext cx="5206884" cy="3938450"/>
          </a:xfrm>
          <a:prstGeom prst="rect">
            <a:avLst/>
          </a:prstGeom>
        </p:spPr>
      </p:pic>
      <p:pic>
        <p:nvPicPr>
          <p:cNvPr id="27" name="Image 26" descr="Une image contenant capture d’écran, texte, ligne, Police&#10;&#10;Le contenu généré par l’IA peut être incorrect.">
            <a:extLst>
              <a:ext uri="{FF2B5EF4-FFF2-40B4-BE49-F238E27FC236}">
                <a16:creationId xmlns:a16="http://schemas.microsoft.com/office/drawing/2014/main" id="{7AC5B4ED-21DD-FF3A-0DA8-C7E202FB1DF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603224" y="13761294"/>
            <a:ext cx="7299400" cy="758014"/>
          </a:xfrm>
          <a:prstGeom prst="rect">
            <a:avLst/>
          </a:prstGeom>
        </p:spPr>
      </p:pic>
      <p:pic>
        <p:nvPicPr>
          <p:cNvPr id="34" name="Image 33" descr="Une image contenant Panneau de signalisation, signe&#10;&#10;Le contenu généré par l’IA peut être incorrect.">
            <a:extLst>
              <a:ext uri="{FF2B5EF4-FFF2-40B4-BE49-F238E27FC236}">
                <a16:creationId xmlns:a16="http://schemas.microsoft.com/office/drawing/2014/main" id="{D2392334-9C70-F82D-A220-E87A656703A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8091161" y="15163797"/>
            <a:ext cx="1351209" cy="1351209"/>
          </a:xfrm>
          <a:prstGeom prst="rect">
            <a:avLst/>
          </a:prstGeom>
        </p:spPr>
      </p:pic>
      <mc:AlternateContent xmlns:mc="http://schemas.openxmlformats.org/markup-compatibility/2006" xmlns:a14="http://schemas.microsoft.com/office/drawing/2010/main">
        <mc:Choice Requires="a14">
          <p:sp>
            <p:nvSpPr>
              <p:cNvPr id="35" name="ZoneTexte 34">
                <a:extLst>
                  <a:ext uri="{FF2B5EF4-FFF2-40B4-BE49-F238E27FC236}">
                    <a16:creationId xmlns:a16="http://schemas.microsoft.com/office/drawing/2014/main" id="{B692489C-6999-4008-6318-75D2BE9E4648}"/>
                  </a:ext>
                </a:extLst>
              </p:cNvPr>
              <p:cNvSpPr txBox="1"/>
              <p:nvPr/>
            </p:nvSpPr>
            <p:spPr>
              <a:xfrm>
                <a:off x="9213008" y="15059661"/>
                <a:ext cx="5378559" cy="1938992"/>
              </a:xfrm>
              <a:prstGeom prst="rect">
                <a:avLst/>
              </a:prstGeom>
              <a:noFill/>
            </p:spPr>
            <p:txBody>
              <a:bodyPr wrap="square" rtlCol="0">
                <a:spAutoFit/>
              </a:bodyPr>
              <a:lstStyle/>
              <a:p>
                <a:r>
                  <a:rPr lang="fr-FR" sz="2000" dirty="0">
                    <a:solidFill>
                      <a:srgbClr val="FF0000"/>
                    </a:solidFill>
                    <a:latin typeface="Grandview" panose="020B0502040204020203" pitchFamily="34" charset="0"/>
                  </a:rPr>
                  <a:t>Dépassement de la limite d’élasticité</a:t>
                </a:r>
              </a:p>
              <a:p>
                <a:r>
                  <a:rPr lang="fr-FR" sz="2000" dirty="0">
                    <a:solidFill>
                      <a:srgbClr val="FF0000"/>
                    </a:solidFill>
                    <a:latin typeface="Grandview" panose="020B0502040204020203" pitchFamily="34" charset="0"/>
                  </a:rPr>
                  <a:t>pour une tension des câbles de 15 N</a:t>
                </a:r>
              </a:p>
              <a:p>
                <a14:m>
                  <m:oMath xmlns:m="http://schemas.openxmlformats.org/officeDocument/2006/math">
                    <m:r>
                      <a:rPr lang="fr-FR" sz="2000" dirty="0" smtClean="0">
                        <a:solidFill>
                          <a:srgbClr val="FF0000"/>
                        </a:solidFill>
                        <a:latin typeface="Cambria Math" panose="02040503050406030204" pitchFamily="18" charset="0"/>
                      </a:rPr>
                      <m:t>⇒</m:t>
                    </m:r>
                    <m:r>
                      <a:rPr lang="fr-FR" sz="2000" b="0" i="0" dirty="0" smtClean="0">
                        <a:solidFill>
                          <a:srgbClr val="FF0000"/>
                        </a:solidFill>
                        <a:latin typeface="Cambria Math" panose="02040503050406030204" pitchFamily="18" charset="0"/>
                      </a:rPr>
                      <m:t> </m:t>
                    </m:r>
                  </m:oMath>
                </a14:m>
                <a:r>
                  <a:rPr lang="fr-FR" sz="2000" dirty="0">
                    <a:solidFill>
                      <a:srgbClr val="FF0000"/>
                    </a:solidFill>
                    <a:latin typeface="Grandview" panose="020B0502040204020203" pitchFamily="34" charset="0"/>
                  </a:rPr>
                  <a:t>le matériau se plastifie !</a:t>
                </a:r>
              </a:p>
              <a:p>
                <a:endParaRPr lang="fr-FR" sz="2000" dirty="0">
                  <a:solidFill>
                    <a:srgbClr val="FF0000"/>
                  </a:solidFill>
                  <a:latin typeface="Grandview" panose="020B0502040204020203" pitchFamily="34" charset="0"/>
                </a:endParaRPr>
              </a:p>
              <a:p>
                <a:pPr marL="342900" indent="-342900">
                  <a:buFont typeface="Wingdings" panose="05000000000000000000" pitchFamily="2" charset="2"/>
                  <a:buChar char="Ø"/>
                </a:pPr>
                <a:r>
                  <a:rPr lang="fr-FR" sz="2000" dirty="0">
                    <a:solidFill>
                      <a:srgbClr val="FF0000"/>
                    </a:solidFill>
                    <a:latin typeface="Grandview" panose="020B0502040204020203" pitchFamily="34" charset="0"/>
                  </a:rPr>
                  <a:t>Ajout d’un élastique pour permettre le retour à la position droite.</a:t>
                </a:r>
              </a:p>
            </p:txBody>
          </p:sp>
        </mc:Choice>
        <mc:Fallback xmlns="">
          <p:sp>
            <p:nvSpPr>
              <p:cNvPr id="35" name="ZoneTexte 34">
                <a:extLst>
                  <a:ext uri="{FF2B5EF4-FFF2-40B4-BE49-F238E27FC236}">
                    <a16:creationId xmlns:a16="http://schemas.microsoft.com/office/drawing/2014/main" id="{B692489C-6999-4008-6318-75D2BE9E4648}"/>
                  </a:ext>
                </a:extLst>
              </p:cNvPr>
              <p:cNvSpPr txBox="1">
                <a:spLocks noRot="1" noChangeAspect="1" noMove="1" noResize="1" noEditPoints="1" noAdjustHandles="1" noChangeArrowheads="1" noChangeShapeType="1" noTextEdit="1"/>
              </p:cNvSpPr>
              <p:nvPr/>
            </p:nvSpPr>
            <p:spPr>
              <a:xfrm>
                <a:off x="9213008" y="15059661"/>
                <a:ext cx="5378559" cy="1938992"/>
              </a:xfrm>
              <a:prstGeom prst="rect">
                <a:avLst/>
              </a:prstGeom>
              <a:blipFill>
                <a:blip r:embed="rId14"/>
                <a:stretch>
                  <a:fillRect t="-1572" b="-4717"/>
                </a:stretch>
              </a:blipFill>
            </p:spPr>
            <p:txBody>
              <a:bodyPr/>
              <a:lstStyle/>
              <a:p>
                <a:r>
                  <a:rPr lang="fr-FR">
                    <a:noFill/>
                  </a:rPr>
                  <a:t> </a:t>
                </a:r>
              </a:p>
            </p:txBody>
          </p:sp>
        </mc:Fallback>
      </mc:AlternateContent>
      <p:sp>
        <p:nvSpPr>
          <p:cNvPr id="36" name="Rectangle 35">
            <a:extLst>
              <a:ext uri="{FF2B5EF4-FFF2-40B4-BE49-F238E27FC236}">
                <a16:creationId xmlns:a16="http://schemas.microsoft.com/office/drawing/2014/main" id="{EBF305C7-3B56-A639-5DDA-46A588EFA96A}"/>
              </a:ext>
            </a:extLst>
          </p:cNvPr>
          <p:cNvSpPr/>
          <p:nvPr/>
        </p:nvSpPr>
        <p:spPr>
          <a:xfrm>
            <a:off x="377163" y="20175423"/>
            <a:ext cx="14343981" cy="855895"/>
          </a:xfrm>
          <a:prstGeom prst="rect">
            <a:avLst/>
          </a:prstGeom>
          <a:solidFill>
            <a:schemeClr val="tx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dirty="0">
                <a:solidFill>
                  <a:schemeClr val="bg1"/>
                </a:solidFill>
                <a:latin typeface="Grandview" panose="020B0502040204020203" pitchFamily="34" charset="0"/>
              </a:rPr>
              <a:t>Référence :</a:t>
            </a:r>
          </a:p>
          <a:p>
            <a:r>
              <a:rPr lang="fr-FR" dirty="0">
                <a:solidFill>
                  <a:schemeClr val="bg1"/>
                </a:solidFill>
                <a:latin typeface="Grandview" panose="020B0502040204020203" pitchFamily="34" charset="0"/>
              </a:rPr>
              <a:t>[1] Z. Wang, N. M. </a:t>
            </a:r>
            <a:r>
              <a:rPr lang="fr-FR" dirty="0" err="1">
                <a:solidFill>
                  <a:schemeClr val="bg1"/>
                </a:solidFill>
                <a:latin typeface="Grandview" panose="020B0502040204020203" pitchFamily="34" charset="0"/>
              </a:rPr>
              <a:t>Freris</a:t>
            </a:r>
            <a:r>
              <a:rPr lang="fr-FR" dirty="0">
                <a:solidFill>
                  <a:schemeClr val="bg1"/>
                </a:solidFill>
                <a:latin typeface="Grandview" panose="020B0502040204020203" pitchFamily="34" charset="0"/>
              </a:rPr>
              <a:t>, and X. Wei, “</a:t>
            </a:r>
            <a:r>
              <a:rPr lang="fr-FR" dirty="0" err="1">
                <a:solidFill>
                  <a:schemeClr val="bg1"/>
                </a:solidFill>
                <a:latin typeface="Grandview" panose="020B0502040204020203" pitchFamily="34" charset="0"/>
              </a:rPr>
              <a:t>SpiRobs</a:t>
            </a:r>
            <a:r>
              <a:rPr lang="fr-FR" dirty="0">
                <a:solidFill>
                  <a:schemeClr val="bg1"/>
                </a:solidFill>
                <a:latin typeface="Grandview" panose="020B0502040204020203" pitchFamily="34" charset="0"/>
              </a:rPr>
              <a:t> : </a:t>
            </a:r>
            <a:r>
              <a:rPr lang="fr-FR" dirty="0" err="1">
                <a:solidFill>
                  <a:schemeClr val="bg1"/>
                </a:solidFill>
                <a:latin typeface="Grandview" panose="020B0502040204020203" pitchFamily="34" charset="0"/>
              </a:rPr>
              <a:t>Logarithmic</a:t>
            </a:r>
            <a:r>
              <a:rPr lang="fr-FR" dirty="0">
                <a:solidFill>
                  <a:schemeClr val="bg1"/>
                </a:solidFill>
                <a:latin typeface="Grandview" panose="020B0502040204020203" pitchFamily="34" charset="0"/>
              </a:rPr>
              <a:t> spiral-</a:t>
            </a:r>
            <a:r>
              <a:rPr lang="fr-FR" dirty="0" err="1">
                <a:solidFill>
                  <a:schemeClr val="bg1"/>
                </a:solidFill>
                <a:latin typeface="Grandview" panose="020B0502040204020203" pitchFamily="34" charset="0"/>
              </a:rPr>
              <a:t>shaped</a:t>
            </a:r>
            <a:r>
              <a:rPr lang="fr-FR" dirty="0">
                <a:solidFill>
                  <a:schemeClr val="bg1"/>
                </a:solidFill>
                <a:latin typeface="Grandview" panose="020B0502040204020203" pitchFamily="34" charset="0"/>
              </a:rPr>
              <a:t> robots for </a:t>
            </a:r>
            <a:r>
              <a:rPr lang="fr-FR" dirty="0" err="1">
                <a:solidFill>
                  <a:schemeClr val="bg1"/>
                </a:solidFill>
                <a:latin typeface="Grandview" panose="020B0502040204020203" pitchFamily="34" charset="0"/>
              </a:rPr>
              <a:t>versatilegrasping</a:t>
            </a:r>
            <a:r>
              <a:rPr lang="fr-FR" dirty="0">
                <a:solidFill>
                  <a:schemeClr val="bg1"/>
                </a:solidFill>
                <a:latin typeface="Grandview" panose="020B0502040204020203" pitchFamily="34" charset="0"/>
              </a:rPr>
              <a:t> </a:t>
            </a:r>
            <a:r>
              <a:rPr lang="fr-FR" dirty="0" err="1">
                <a:solidFill>
                  <a:schemeClr val="bg1"/>
                </a:solidFill>
                <a:latin typeface="Grandview" panose="020B0502040204020203" pitchFamily="34" charset="0"/>
              </a:rPr>
              <a:t>across</a:t>
            </a:r>
            <a:r>
              <a:rPr lang="fr-FR" dirty="0">
                <a:solidFill>
                  <a:schemeClr val="bg1"/>
                </a:solidFill>
                <a:latin typeface="Grandview" panose="020B0502040204020203" pitchFamily="34" charset="0"/>
              </a:rPr>
              <a:t> </a:t>
            </a:r>
            <a:r>
              <a:rPr lang="fr-FR" dirty="0" err="1">
                <a:solidFill>
                  <a:schemeClr val="bg1"/>
                </a:solidFill>
                <a:latin typeface="Grandview" panose="020B0502040204020203" pitchFamily="34" charset="0"/>
              </a:rPr>
              <a:t>scales</a:t>
            </a:r>
            <a:r>
              <a:rPr lang="fr-FR" dirty="0">
                <a:solidFill>
                  <a:schemeClr val="bg1"/>
                </a:solidFill>
                <a:latin typeface="Grandview" panose="020B0502040204020203" pitchFamily="34" charset="0"/>
              </a:rPr>
              <a:t>,” </a:t>
            </a:r>
            <a:r>
              <a:rPr lang="fr-FR" dirty="0" err="1">
                <a:solidFill>
                  <a:schemeClr val="bg1"/>
                </a:solidFill>
                <a:latin typeface="Grandview" panose="020B0502040204020203" pitchFamily="34" charset="0"/>
              </a:rPr>
              <a:t>Device</a:t>
            </a:r>
            <a:r>
              <a:rPr lang="fr-FR" dirty="0">
                <a:solidFill>
                  <a:schemeClr val="bg1"/>
                </a:solidFill>
                <a:latin typeface="Grandview" panose="020B0502040204020203" pitchFamily="34" charset="0"/>
              </a:rPr>
              <a:t>, vol. 3, no. 4, Apr. 2025, </a:t>
            </a:r>
            <a:r>
              <a:rPr lang="fr-FR" dirty="0" err="1">
                <a:solidFill>
                  <a:schemeClr val="bg1"/>
                </a:solidFill>
                <a:latin typeface="Grandview" panose="020B0502040204020203" pitchFamily="34" charset="0"/>
              </a:rPr>
              <a:t>publisher</a:t>
            </a:r>
            <a:r>
              <a:rPr lang="fr-FR" dirty="0">
                <a:solidFill>
                  <a:schemeClr val="bg1"/>
                </a:solidFill>
                <a:latin typeface="Grandview" panose="020B0502040204020203" pitchFamily="34" charset="0"/>
              </a:rPr>
              <a:t> : Elsevier. [Online]. </a:t>
            </a:r>
            <a:r>
              <a:rPr lang="fr-FR" dirty="0" err="1">
                <a:solidFill>
                  <a:schemeClr val="bg1"/>
                </a:solidFill>
                <a:latin typeface="Grandview" panose="020B0502040204020203" pitchFamily="34" charset="0"/>
              </a:rPr>
              <a:t>Available</a:t>
            </a:r>
            <a:r>
              <a:rPr lang="fr-FR" dirty="0">
                <a:solidFill>
                  <a:schemeClr val="bg1"/>
                </a:solidFill>
                <a:latin typeface="Grandview" panose="020B0502040204020203" pitchFamily="34" charset="0"/>
              </a:rPr>
              <a:t> :https://www.cell.com/device/abstract/S2666-9986(24)00603-3</a:t>
            </a:r>
          </a:p>
        </p:txBody>
      </p:sp>
      <p:sp>
        <p:nvSpPr>
          <p:cNvPr id="37" name="ZoneTexte 36">
            <a:extLst>
              <a:ext uri="{FF2B5EF4-FFF2-40B4-BE49-F238E27FC236}">
                <a16:creationId xmlns:a16="http://schemas.microsoft.com/office/drawing/2014/main" id="{93D53B09-F734-2CD2-A0FF-FA44CE0A3A64}"/>
              </a:ext>
            </a:extLst>
          </p:cNvPr>
          <p:cNvSpPr txBox="1"/>
          <p:nvPr/>
        </p:nvSpPr>
        <p:spPr>
          <a:xfrm flipH="1">
            <a:off x="5674659" y="8601437"/>
            <a:ext cx="2125825" cy="369332"/>
          </a:xfrm>
          <a:prstGeom prst="rect">
            <a:avLst/>
          </a:prstGeom>
          <a:noFill/>
        </p:spPr>
        <p:txBody>
          <a:bodyPr wrap="square" rtlCol="0">
            <a:spAutoFit/>
          </a:bodyPr>
          <a:lstStyle/>
          <a:p>
            <a:r>
              <a:rPr lang="fr-FR" b="1" dirty="0">
                <a:latin typeface="Grandview" panose="020B0502040204020203" pitchFamily="34" charset="0"/>
              </a:rPr>
              <a:t>[1]</a:t>
            </a:r>
          </a:p>
        </p:txBody>
      </p:sp>
      <p:sp>
        <p:nvSpPr>
          <p:cNvPr id="42" name="ZoneTexte 41">
            <a:extLst>
              <a:ext uri="{FF2B5EF4-FFF2-40B4-BE49-F238E27FC236}">
                <a16:creationId xmlns:a16="http://schemas.microsoft.com/office/drawing/2014/main" id="{095C6D14-6876-F156-24AD-C767534F60A2}"/>
              </a:ext>
            </a:extLst>
          </p:cNvPr>
          <p:cNvSpPr txBox="1"/>
          <p:nvPr/>
        </p:nvSpPr>
        <p:spPr>
          <a:xfrm>
            <a:off x="749629" y="18552287"/>
            <a:ext cx="13520844" cy="1631216"/>
          </a:xfrm>
          <a:prstGeom prst="rect">
            <a:avLst/>
          </a:prstGeom>
          <a:noFill/>
        </p:spPr>
        <p:txBody>
          <a:bodyPr wrap="square" rtlCol="0">
            <a:spAutoFit/>
          </a:bodyPr>
          <a:lstStyle/>
          <a:p>
            <a:r>
              <a:rPr lang="fr-FR" sz="2000" dirty="0">
                <a:latin typeface="Grandview" panose="020B0502040204020203" pitchFamily="34" charset="0"/>
              </a:rPr>
              <a:t>Ce projet nous a offert une expérience approfondie dans la conception d’un assemblage. De plus, il nous a permis d’explorer la robotique souple, d’en détailler les avantages, notamment l’adaptabilité aux formes irrégulières, et les limites, comme la faible capacité de charge. Enfin, ce projet nous a offert l’opportunité de concevoir un système d’actionnement par câbles, renforçant notre compréhension des mécanismes de transmission de couples.</a:t>
            </a:r>
          </a:p>
          <a:p>
            <a:endParaRPr lang="fr-FR" sz="2000" dirty="0">
              <a:latin typeface="Grandview" panose="020B0502040204020203" pitchFamily="34" charset="0"/>
            </a:endParaRPr>
          </a:p>
        </p:txBody>
      </p:sp>
      <p:pic>
        <p:nvPicPr>
          <p:cNvPr id="16" name="Image 15" descr="Une image contenant jouet, arme&#10;&#10;Le contenu généré par l’IA peut être incorrect.">
            <a:extLst>
              <a:ext uri="{FF2B5EF4-FFF2-40B4-BE49-F238E27FC236}">
                <a16:creationId xmlns:a16="http://schemas.microsoft.com/office/drawing/2014/main" id="{C90CFCDC-A272-F16A-C5CB-A521D8DC8DA0}"/>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11931" y="8988618"/>
            <a:ext cx="4704633" cy="2648159"/>
          </a:xfrm>
          <a:prstGeom prst="rect">
            <a:avLst/>
          </a:prstGeom>
        </p:spPr>
      </p:pic>
      <p:sp>
        <p:nvSpPr>
          <p:cNvPr id="38" name="Forme libre : forme 37">
            <a:extLst>
              <a:ext uri="{FF2B5EF4-FFF2-40B4-BE49-F238E27FC236}">
                <a16:creationId xmlns:a16="http://schemas.microsoft.com/office/drawing/2014/main" id="{94F171EC-28E5-2866-C58A-4B5B7099C85E}"/>
              </a:ext>
            </a:extLst>
          </p:cNvPr>
          <p:cNvSpPr/>
          <p:nvPr/>
        </p:nvSpPr>
        <p:spPr>
          <a:xfrm>
            <a:off x="377163" y="16929909"/>
            <a:ext cx="7902592" cy="855896"/>
          </a:xfrm>
          <a:custGeom>
            <a:avLst/>
            <a:gdLst>
              <a:gd name="connsiteX0" fmla="*/ 0 w 7315200"/>
              <a:gd name="connsiteY0" fmla="*/ 135467 h 1050651"/>
              <a:gd name="connsiteX1" fmla="*/ 4741334 w 7315200"/>
              <a:gd name="connsiteY1" fmla="*/ 1049867 h 1050651"/>
              <a:gd name="connsiteX2" fmla="*/ 7315200 w 7315200"/>
              <a:gd name="connsiteY2" fmla="*/ 0 h 1050651"/>
            </a:gdLst>
            <a:ahLst/>
            <a:cxnLst>
              <a:cxn ang="0">
                <a:pos x="connsiteX0" y="connsiteY0"/>
              </a:cxn>
              <a:cxn ang="0">
                <a:pos x="connsiteX1" y="connsiteY1"/>
              </a:cxn>
              <a:cxn ang="0">
                <a:pos x="connsiteX2" y="connsiteY2"/>
              </a:cxn>
            </a:cxnLst>
            <a:rect l="l" t="t" r="r" b="b"/>
            <a:pathLst>
              <a:path w="7315200" h="1050651">
                <a:moveTo>
                  <a:pt x="0" y="135467"/>
                </a:moveTo>
                <a:cubicBezTo>
                  <a:pt x="1761067" y="603956"/>
                  <a:pt x="3522134" y="1072445"/>
                  <a:pt x="4741334" y="1049867"/>
                </a:cubicBezTo>
                <a:cubicBezTo>
                  <a:pt x="5960534" y="1027289"/>
                  <a:pt x="6762045" y="615244"/>
                  <a:pt x="73152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Forme libre : forme 38">
            <a:extLst>
              <a:ext uri="{FF2B5EF4-FFF2-40B4-BE49-F238E27FC236}">
                <a16:creationId xmlns:a16="http://schemas.microsoft.com/office/drawing/2014/main" id="{46008D8F-BFE2-4CBD-C9CC-1F62DC122ABA}"/>
              </a:ext>
            </a:extLst>
          </p:cNvPr>
          <p:cNvSpPr/>
          <p:nvPr/>
        </p:nvSpPr>
        <p:spPr>
          <a:xfrm>
            <a:off x="377164" y="11560518"/>
            <a:ext cx="6807088" cy="559225"/>
          </a:xfrm>
          <a:custGeom>
            <a:avLst/>
            <a:gdLst>
              <a:gd name="connsiteX0" fmla="*/ 0 w 7315200"/>
              <a:gd name="connsiteY0" fmla="*/ 135467 h 1050651"/>
              <a:gd name="connsiteX1" fmla="*/ 4741334 w 7315200"/>
              <a:gd name="connsiteY1" fmla="*/ 1049867 h 1050651"/>
              <a:gd name="connsiteX2" fmla="*/ 7315200 w 7315200"/>
              <a:gd name="connsiteY2" fmla="*/ 0 h 1050651"/>
            </a:gdLst>
            <a:ahLst/>
            <a:cxnLst>
              <a:cxn ang="0">
                <a:pos x="connsiteX0" y="connsiteY0"/>
              </a:cxn>
              <a:cxn ang="0">
                <a:pos x="connsiteX1" y="connsiteY1"/>
              </a:cxn>
              <a:cxn ang="0">
                <a:pos x="connsiteX2" y="connsiteY2"/>
              </a:cxn>
            </a:cxnLst>
            <a:rect l="l" t="t" r="r" b="b"/>
            <a:pathLst>
              <a:path w="7315200" h="1050651">
                <a:moveTo>
                  <a:pt x="0" y="135467"/>
                </a:moveTo>
                <a:cubicBezTo>
                  <a:pt x="1761067" y="603956"/>
                  <a:pt x="3522134" y="1072445"/>
                  <a:pt x="4741334" y="1049867"/>
                </a:cubicBezTo>
                <a:cubicBezTo>
                  <a:pt x="5960534" y="1027289"/>
                  <a:pt x="6762045" y="615244"/>
                  <a:pt x="73152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Forme libre : forme 39">
            <a:extLst>
              <a:ext uri="{FF2B5EF4-FFF2-40B4-BE49-F238E27FC236}">
                <a16:creationId xmlns:a16="http://schemas.microsoft.com/office/drawing/2014/main" id="{8DEA08D8-E11C-13D6-0524-A5AF51AE3972}"/>
              </a:ext>
            </a:extLst>
          </p:cNvPr>
          <p:cNvSpPr/>
          <p:nvPr/>
        </p:nvSpPr>
        <p:spPr>
          <a:xfrm>
            <a:off x="7184251" y="3183467"/>
            <a:ext cx="7480016" cy="15161935"/>
          </a:xfrm>
          <a:custGeom>
            <a:avLst/>
            <a:gdLst>
              <a:gd name="connsiteX0" fmla="*/ 773791 w 7716458"/>
              <a:gd name="connsiteY0" fmla="*/ 0 h 17033557"/>
              <a:gd name="connsiteX1" fmla="*/ 638324 w 7716458"/>
              <a:gd name="connsiteY1" fmla="*/ 14596533 h 17033557"/>
              <a:gd name="connsiteX2" fmla="*/ 7716458 w 7716458"/>
              <a:gd name="connsiteY2" fmla="*/ 16831733 h 17033557"/>
            </a:gdLst>
            <a:ahLst/>
            <a:cxnLst>
              <a:cxn ang="0">
                <a:pos x="connsiteX0" y="connsiteY0"/>
              </a:cxn>
              <a:cxn ang="0">
                <a:pos x="connsiteX1" y="connsiteY1"/>
              </a:cxn>
              <a:cxn ang="0">
                <a:pos x="connsiteX2" y="connsiteY2"/>
              </a:cxn>
            </a:cxnLst>
            <a:rect l="l" t="t" r="r" b="b"/>
            <a:pathLst>
              <a:path w="7716458" h="17033557">
                <a:moveTo>
                  <a:pt x="773791" y="0"/>
                </a:moveTo>
                <a:cubicBezTo>
                  <a:pt x="127502" y="5895622"/>
                  <a:pt x="-518787" y="11791244"/>
                  <a:pt x="638324" y="14596533"/>
                </a:cubicBezTo>
                <a:cubicBezTo>
                  <a:pt x="1795435" y="17401822"/>
                  <a:pt x="6147302" y="17181688"/>
                  <a:pt x="7716458" y="16831733"/>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extLst>
    <p:ext uri="{6950BFC3-D8DA-4A85-94F7-54DA5524770B}">
      <p188:commentRel xmlns:p188="http://schemas.microsoft.com/office/powerpoint/2018/8/main" r:id="rId3"/>
    </p:ext>
  </p:extLs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écutive">
  <a:themeElements>
    <a:clrScheme name="Exé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écutive">
      <a:majorFont>
        <a:latin typeface="Century Gothic"/>
        <a:ea typeface=""/>
        <a:cs typeface=""/>
        <a:font script="Jpan" typeface="ＭＳ ゴシック"/>
        <a:font script="Hang" typeface="HY중고딕"/>
        <a:font script="Hans" typeface="微软雅黑"/>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é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Conception personnalisé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Exécutive.thmx</Template>
  <TotalTime>0</TotalTime>
  <Words>429</Words>
  <Application>Microsoft Office PowerPoint</Application>
  <PresentationFormat>Personnalisé</PresentationFormat>
  <Paragraphs>28</Paragraphs>
  <Slides>1</Slides>
  <Notes>1</Notes>
  <HiddenSlides>0</HiddenSlides>
  <MMClips>0</MMClips>
  <ScaleCrop>false</ScaleCrop>
  <HeadingPairs>
    <vt:vector size="6" baseType="variant">
      <vt:variant>
        <vt:lpstr>Polices utilisées</vt:lpstr>
      </vt:variant>
      <vt:variant>
        <vt:i4>10</vt:i4>
      </vt:variant>
      <vt:variant>
        <vt:lpstr>Thème</vt:lpstr>
      </vt:variant>
      <vt:variant>
        <vt:i4>2</vt:i4>
      </vt:variant>
      <vt:variant>
        <vt:lpstr>Titres des diapositives</vt:lpstr>
      </vt:variant>
      <vt:variant>
        <vt:i4>1</vt:i4>
      </vt:variant>
    </vt:vector>
  </HeadingPairs>
  <TitlesOfParts>
    <vt:vector size="13" baseType="lpstr">
      <vt:lpstr>Aptos</vt:lpstr>
      <vt:lpstr>Arial</vt:lpstr>
      <vt:lpstr>Berlin Sans FB</vt:lpstr>
      <vt:lpstr>Calibri</vt:lpstr>
      <vt:lpstr>Cambria Math</vt:lpstr>
      <vt:lpstr>Century Gothic</vt:lpstr>
      <vt:lpstr>Courier New</vt:lpstr>
      <vt:lpstr>Grandview</vt:lpstr>
      <vt:lpstr>Palatino Linotype</vt:lpstr>
      <vt:lpstr>Wingdings</vt:lpstr>
      <vt:lpstr>Exécutive</vt:lpstr>
      <vt:lpstr>Conception personnalisée</vt:lpstr>
      <vt:lpstr>Présentation PowerPoint</vt:lpstr>
    </vt:vector>
  </TitlesOfParts>
  <Company>LISIF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Diapositive 1</dc:title>
  <dc:creator>cobra</dc:creator>
  <cp:lastModifiedBy>Julien Sagnes</cp:lastModifiedBy>
  <cp:revision>190</cp:revision>
  <cp:lastPrinted>2022-06-15T00:01:20Z</cp:lastPrinted>
  <dcterms:created xsi:type="dcterms:W3CDTF">2005-05-04T08:36:44Z</dcterms:created>
  <dcterms:modified xsi:type="dcterms:W3CDTF">2025-07-08T14:03:29Z</dcterms:modified>
</cp:coreProperties>
</file>